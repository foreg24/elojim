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60" r:id="rId3"/>
    <p:sldId id="258" r:id="rId4"/>
    <p:sldId id="264" r:id="rId5"/>
    <p:sldId id="266" r:id="rId6"/>
    <p:sldId id="259" r:id="rId7"/>
    <p:sldId id="272" r:id="rId8"/>
    <p:sldId id="270" r:id="rId9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200" d="100"/>
          <a:sy n="200" d="100"/>
        </p:scale>
        <p:origin x="125" y="-23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CEEAF0-510F-48B7-BF8B-A1F736BB817E}" type="datetimeFigureOut">
              <a:rPr lang="es-CO" smtClean="0"/>
              <a:t>23/01/2026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D0D01-CDB5-40B6-9226-F71ADE71D52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68557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DD0D01-CDB5-40B6-9226-F71ADE71D52F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67240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DD0D01-CDB5-40B6-9226-F71ADE71D52F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65329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D2A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508839" y="994283"/>
            <a:ext cx="412632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D2A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53544" y="994283"/>
            <a:ext cx="503691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21375" y="935511"/>
            <a:ext cx="6827520" cy="2886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elojim@elojimjadach.org" TargetMode="External"/><Relationship Id="rId2" Type="http://schemas.openxmlformats.org/officeDocument/2006/relationships/hyperlink" Target="http://www.elojimjadach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3.png"/><Relationship Id="rId4" Type="http://schemas.openxmlformats.org/officeDocument/2006/relationships/hyperlink" Target="mailto:elojim.jadach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ágenes de Proyecto - Descarga ...">
            <a:extLst>
              <a:ext uri="{FF2B5EF4-FFF2-40B4-BE49-F238E27FC236}">
                <a16:creationId xmlns:a16="http://schemas.microsoft.com/office/drawing/2014/main" id="{AAB2EEEC-B6F2-A68A-E22D-FF5FD52641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6806" y="0"/>
            <a:ext cx="5023606" cy="539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bject 6"/>
          <p:cNvSpPr/>
          <p:nvPr/>
        </p:nvSpPr>
        <p:spPr>
          <a:xfrm>
            <a:off x="3839413" y="0"/>
            <a:ext cx="5304790" cy="5143500"/>
          </a:xfrm>
          <a:custGeom>
            <a:avLst/>
            <a:gdLst/>
            <a:ahLst/>
            <a:cxnLst/>
            <a:rect l="l" t="t" r="r" b="b"/>
            <a:pathLst>
              <a:path w="5304790" h="5143500">
                <a:moveTo>
                  <a:pt x="5304586" y="5143499"/>
                </a:moveTo>
                <a:lnTo>
                  <a:pt x="870291" y="5143499"/>
                </a:lnTo>
                <a:lnTo>
                  <a:pt x="0" y="0"/>
                </a:lnTo>
                <a:lnTo>
                  <a:pt x="5304586" y="0"/>
                </a:lnTo>
                <a:lnTo>
                  <a:pt x="5304586" y="5143499"/>
                </a:lnTo>
                <a:close/>
              </a:path>
            </a:pathLst>
          </a:custGeom>
          <a:solidFill>
            <a:srgbClr val="1439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463786" y="285119"/>
            <a:ext cx="4056043" cy="19825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l">
              <a:lnSpc>
                <a:spcPct val="100000"/>
              </a:lnSpc>
              <a:spcBef>
                <a:spcPts val="100"/>
              </a:spcBef>
            </a:pPr>
            <a:r>
              <a:rPr lang="es-MX" sz="3200" b="1" dirty="0">
                <a:solidFill>
                  <a:srgbClr val="F3F3F3"/>
                </a:solidFill>
                <a:latin typeface="Arial"/>
                <a:cs typeface="Arial"/>
              </a:rPr>
              <a:t> Fabrica De Proyectos Con Enfoque Sostenible</a:t>
            </a:r>
            <a:br>
              <a:rPr lang="es-CO" sz="3200" b="1" dirty="0">
                <a:solidFill>
                  <a:srgbClr val="F3F3F3"/>
                </a:solidFill>
                <a:latin typeface="Arial"/>
                <a:cs typeface="Arial"/>
              </a:rPr>
            </a:br>
            <a:endParaRPr sz="3200" dirty="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210519" y="-9525"/>
            <a:ext cx="2943225" cy="1740535"/>
            <a:chOff x="6210519" y="-9525"/>
            <a:chExt cx="2943225" cy="1740535"/>
          </a:xfrm>
        </p:grpSpPr>
        <p:sp>
          <p:nvSpPr>
            <p:cNvPr id="9" name="object 9"/>
            <p:cNvSpPr/>
            <p:nvPr/>
          </p:nvSpPr>
          <p:spPr>
            <a:xfrm>
              <a:off x="6220044" y="0"/>
              <a:ext cx="2924175" cy="1721485"/>
            </a:xfrm>
            <a:custGeom>
              <a:avLst/>
              <a:gdLst/>
              <a:ahLst/>
              <a:cxnLst/>
              <a:rect l="l" t="t" r="r" b="b"/>
              <a:pathLst>
                <a:path w="2924175" h="1721485">
                  <a:moveTo>
                    <a:pt x="2509007" y="1721308"/>
                  </a:moveTo>
                  <a:lnTo>
                    <a:pt x="0" y="0"/>
                  </a:lnTo>
                  <a:lnTo>
                    <a:pt x="10304" y="0"/>
                  </a:lnTo>
                  <a:lnTo>
                    <a:pt x="2509955" y="1714811"/>
                  </a:lnTo>
                  <a:lnTo>
                    <a:pt x="2530877" y="1714811"/>
                  </a:lnTo>
                  <a:lnTo>
                    <a:pt x="2509007" y="1721308"/>
                  </a:lnTo>
                  <a:close/>
                </a:path>
                <a:path w="2924175" h="1721485">
                  <a:moveTo>
                    <a:pt x="2530877" y="1714811"/>
                  </a:moveTo>
                  <a:lnTo>
                    <a:pt x="2509955" y="1714811"/>
                  </a:lnTo>
                  <a:lnTo>
                    <a:pt x="2923955" y="1591878"/>
                  </a:lnTo>
                  <a:lnTo>
                    <a:pt x="2923955" y="1598028"/>
                  </a:lnTo>
                  <a:lnTo>
                    <a:pt x="2530877" y="1714811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220044" y="0"/>
              <a:ext cx="2924175" cy="1721485"/>
            </a:xfrm>
            <a:custGeom>
              <a:avLst/>
              <a:gdLst/>
              <a:ahLst/>
              <a:cxnLst/>
              <a:rect l="l" t="t" r="r" b="b"/>
              <a:pathLst>
                <a:path w="2924175" h="1721485">
                  <a:moveTo>
                    <a:pt x="10304" y="0"/>
                  </a:moveTo>
                  <a:lnTo>
                    <a:pt x="2509955" y="1714811"/>
                  </a:lnTo>
                  <a:lnTo>
                    <a:pt x="2923955" y="1591878"/>
                  </a:lnTo>
                </a:path>
                <a:path w="2924175" h="1721485">
                  <a:moveTo>
                    <a:pt x="2923955" y="1598028"/>
                  </a:moveTo>
                  <a:lnTo>
                    <a:pt x="2510361" y="1720902"/>
                  </a:lnTo>
                  <a:lnTo>
                    <a:pt x="2509007" y="1721308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2E5FA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644683" y="2267713"/>
            <a:ext cx="3623310" cy="1250983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R="5080"/>
            <a:r>
              <a:rPr lang="es-MX" sz="2000" spc="-25" dirty="0">
                <a:solidFill>
                  <a:srgbClr val="F3F3F3"/>
                </a:solidFill>
                <a:latin typeface="Tahoma"/>
                <a:cs typeface="Tahoma"/>
              </a:rPr>
              <a:t>Aborda la gestión y evaluación de proyectos con enfoque sostenible y responsabilidad social.</a:t>
            </a: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70562" y="4014899"/>
            <a:ext cx="906873" cy="896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732754"/>
            <a:ext cx="7284763" cy="3410746"/>
            <a:chOff x="0" y="1733186"/>
            <a:chExt cx="7284763" cy="3410746"/>
          </a:xfrm>
        </p:grpSpPr>
        <p:sp>
          <p:nvSpPr>
            <p:cNvPr id="3" name="object 3"/>
            <p:cNvSpPr/>
            <p:nvPr/>
          </p:nvSpPr>
          <p:spPr>
            <a:xfrm>
              <a:off x="0" y="2515667"/>
              <a:ext cx="1221740" cy="2628265"/>
            </a:xfrm>
            <a:custGeom>
              <a:avLst/>
              <a:gdLst/>
              <a:ahLst/>
              <a:cxnLst/>
              <a:rect l="l" t="t" r="r" b="b"/>
              <a:pathLst>
                <a:path w="1221740" h="2628265">
                  <a:moveTo>
                    <a:pt x="821588" y="2627832"/>
                  </a:moveTo>
                  <a:lnTo>
                    <a:pt x="814323" y="2627832"/>
                  </a:lnTo>
                  <a:lnTo>
                    <a:pt x="1215107" y="2121254"/>
                  </a:lnTo>
                  <a:lnTo>
                    <a:pt x="0" y="10231"/>
                  </a:lnTo>
                  <a:lnTo>
                    <a:pt x="0" y="0"/>
                  </a:lnTo>
                  <a:lnTo>
                    <a:pt x="1221678" y="2122327"/>
                  </a:lnTo>
                  <a:lnTo>
                    <a:pt x="821588" y="2627832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515667"/>
              <a:ext cx="1221740" cy="2628265"/>
            </a:xfrm>
            <a:custGeom>
              <a:avLst/>
              <a:gdLst/>
              <a:ahLst/>
              <a:cxnLst/>
              <a:rect l="l" t="t" r="r" b="b"/>
              <a:pathLst>
                <a:path w="1221740" h="2628265">
                  <a:moveTo>
                    <a:pt x="0" y="10231"/>
                  </a:moveTo>
                  <a:lnTo>
                    <a:pt x="1215107" y="2121254"/>
                  </a:lnTo>
                  <a:lnTo>
                    <a:pt x="814323" y="2627832"/>
                  </a:lnTo>
                </a:path>
                <a:path w="1221740" h="2628265">
                  <a:moveTo>
                    <a:pt x="821588" y="2627832"/>
                  </a:moveTo>
                  <a:lnTo>
                    <a:pt x="1221032" y="2123137"/>
                  </a:lnTo>
                  <a:lnTo>
                    <a:pt x="1221678" y="2122327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144541" y="2675006"/>
              <a:ext cx="1933575" cy="1675764"/>
            </a:xfrm>
            <a:custGeom>
              <a:avLst/>
              <a:gdLst/>
              <a:ahLst/>
              <a:cxnLst/>
              <a:rect l="l" t="t" r="r" b="b"/>
              <a:pathLst>
                <a:path w="1933575" h="1675764">
                  <a:moveTo>
                    <a:pt x="1514700" y="1675199"/>
                  </a:moveTo>
                  <a:lnTo>
                    <a:pt x="418799" y="1675199"/>
                  </a:lnTo>
                  <a:lnTo>
                    <a:pt x="0" y="837599"/>
                  </a:lnTo>
                  <a:lnTo>
                    <a:pt x="418799" y="0"/>
                  </a:lnTo>
                  <a:lnTo>
                    <a:pt x="1514700" y="0"/>
                  </a:lnTo>
                  <a:lnTo>
                    <a:pt x="1933500" y="837599"/>
                  </a:lnTo>
                  <a:lnTo>
                    <a:pt x="1514700" y="1675199"/>
                  </a:lnTo>
                  <a:close/>
                </a:path>
              </a:pathLst>
            </a:custGeom>
            <a:solidFill>
              <a:srgbClr val="14397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3740595" y="1733186"/>
              <a:ext cx="1933575" cy="1675764"/>
            </a:xfrm>
            <a:custGeom>
              <a:avLst/>
              <a:gdLst/>
              <a:ahLst/>
              <a:cxnLst/>
              <a:rect l="l" t="t" r="r" b="b"/>
              <a:pathLst>
                <a:path w="1933575" h="1675764">
                  <a:moveTo>
                    <a:pt x="0" y="837599"/>
                  </a:moveTo>
                  <a:lnTo>
                    <a:pt x="418799" y="0"/>
                  </a:lnTo>
                  <a:lnTo>
                    <a:pt x="1514699" y="0"/>
                  </a:lnTo>
                  <a:lnTo>
                    <a:pt x="1933499" y="837599"/>
                  </a:lnTo>
                  <a:lnTo>
                    <a:pt x="1514699" y="1675199"/>
                  </a:lnTo>
                  <a:lnTo>
                    <a:pt x="418799" y="1675199"/>
                  </a:lnTo>
                  <a:lnTo>
                    <a:pt x="0" y="837599"/>
                  </a:lnTo>
                  <a:close/>
                </a:path>
              </a:pathLst>
            </a:custGeom>
            <a:ln w="19049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5351188" y="2719727"/>
              <a:ext cx="1933575" cy="1675764"/>
            </a:xfrm>
            <a:custGeom>
              <a:avLst/>
              <a:gdLst/>
              <a:ahLst/>
              <a:cxnLst/>
              <a:rect l="l" t="t" r="r" b="b"/>
              <a:pathLst>
                <a:path w="1933575" h="1675764">
                  <a:moveTo>
                    <a:pt x="1514699" y="1675199"/>
                  </a:moveTo>
                  <a:lnTo>
                    <a:pt x="418799" y="1675199"/>
                  </a:lnTo>
                  <a:lnTo>
                    <a:pt x="0" y="837599"/>
                  </a:lnTo>
                  <a:lnTo>
                    <a:pt x="418799" y="0"/>
                  </a:lnTo>
                  <a:lnTo>
                    <a:pt x="1514699" y="0"/>
                  </a:lnTo>
                  <a:lnTo>
                    <a:pt x="1933499" y="837599"/>
                  </a:lnTo>
                  <a:lnTo>
                    <a:pt x="1514699" y="1675199"/>
                  </a:lnTo>
                  <a:close/>
                </a:path>
              </a:pathLst>
            </a:custGeom>
            <a:solidFill>
              <a:srgbClr val="14397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562632" y="233244"/>
            <a:ext cx="4289502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CO" b="1" dirty="0">
                <a:solidFill>
                  <a:srgbClr val="143978"/>
                </a:solidFill>
                <a:latin typeface="Arial"/>
                <a:cs typeface="Arial"/>
              </a:rPr>
              <a:t>¿Qué Ofrecemos? </a:t>
            </a:r>
            <a:br>
              <a:rPr lang="es-CO" b="1" dirty="0">
                <a:solidFill>
                  <a:srgbClr val="143978"/>
                </a:solidFill>
                <a:latin typeface="Arial"/>
                <a:cs typeface="Arial"/>
              </a:rPr>
            </a:br>
            <a:r>
              <a:rPr lang="es-CO" b="1" dirty="0">
                <a:solidFill>
                  <a:srgbClr val="143978"/>
                </a:solidFill>
                <a:latin typeface="Arial"/>
                <a:cs typeface="Arial"/>
              </a:rPr>
              <a:t>En la fabrica de proyectos</a:t>
            </a:r>
            <a:endParaRPr lang="es-CO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31868" y="3002049"/>
            <a:ext cx="1324610" cy="136127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75"/>
              </a:spcBef>
            </a:pPr>
            <a:r>
              <a:rPr lang="es-MX" sz="1100" b="1" spc="-10" dirty="0">
                <a:solidFill>
                  <a:srgbClr val="F3F3F3"/>
                </a:solidFill>
                <a:latin typeface="Arial"/>
                <a:cs typeface="Arial"/>
              </a:rPr>
              <a:t>Gestión del conocimiento:  con herramientas, metodologías y experiencias en proyectos.</a:t>
            </a:r>
          </a:p>
          <a:p>
            <a:pPr algn="ctr">
              <a:lnSpc>
                <a:spcPct val="100000"/>
              </a:lnSpc>
              <a:spcBef>
                <a:spcPts val="675"/>
              </a:spcBef>
            </a:pPr>
            <a:r>
              <a:rPr lang="es-CO" sz="1100" spc="-10" dirty="0">
                <a:solidFill>
                  <a:srgbClr val="F3F3F3"/>
                </a:solidFill>
                <a:latin typeface="Arial"/>
                <a:cs typeface="Arial"/>
              </a:rPr>
              <a:t>.</a:t>
            </a:r>
            <a:endParaRPr sz="900" dirty="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69752" y="2836787"/>
            <a:ext cx="1343660" cy="144077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75"/>
              </a:spcBef>
            </a:pPr>
            <a:r>
              <a:rPr lang="es-MX" sz="1100" b="1" spc="-10" dirty="0">
                <a:solidFill>
                  <a:srgbClr val="F3F3F3"/>
                </a:solidFill>
                <a:latin typeface="Arial"/>
                <a:cs typeface="Arial"/>
              </a:rPr>
              <a:t>Equipo multidisciplinario: Integra profesionales de diversas áreas  con  soluciones innovadoras y sostenibles.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078116" y="2076162"/>
            <a:ext cx="1296022" cy="594393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75"/>
              </a:spcBef>
            </a:pPr>
            <a:r>
              <a:rPr lang="es-MX" sz="1100" dirty="0"/>
              <a:t>Diseñan, planifican y gestionan múltiples iniciativas</a:t>
            </a:r>
            <a:endParaRPr sz="800" dirty="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919644" y="-9525"/>
            <a:ext cx="1234440" cy="1491615"/>
            <a:chOff x="7919644" y="-9525"/>
            <a:chExt cx="1234440" cy="1491615"/>
          </a:xfrm>
        </p:grpSpPr>
        <p:sp>
          <p:nvSpPr>
            <p:cNvPr id="15" name="object 15"/>
            <p:cNvSpPr/>
            <p:nvPr/>
          </p:nvSpPr>
          <p:spPr>
            <a:xfrm>
              <a:off x="7929169" y="0"/>
              <a:ext cx="1215390" cy="1472565"/>
            </a:xfrm>
            <a:custGeom>
              <a:avLst/>
              <a:gdLst/>
              <a:ahLst/>
              <a:cxnLst/>
              <a:rect l="l" t="t" r="r" b="b"/>
              <a:pathLst>
                <a:path w="1215390" h="1472565">
                  <a:moveTo>
                    <a:pt x="1214830" y="1472429"/>
                  </a:moveTo>
                  <a:lnTo>
                    <a:pt x="0" y="254441"/>
                  </a:lnTo>
                  <a:lnTo>
                    <a:pt x="109901" y="0"/>
                  </a:lnTo>
                  <a:lnTo>
                    <a:pt x="116180" y="0"/>
                  </a:lnTo>
                  <a:lnTo>
                    <a:pt x="6624" y="253776"/>
                  </a:lnTo>
                  <a:lnTo>
                    <a:pt x="1214830" y="1465178"/>
                  </a:lnTo>
                  <a:lnTo>
                    <a:pt x="1214830" y="147242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929169" y="0"/>
              <a:ext cx="1215390" cy="1472565"/>
            </a:xfrm>
            <a:custGeom>
              <a:avLst/>
              <a:gdLst/>
              <a:ahLst/>
              <a:cxnLst/>
              <a:rect l="l" t="t" r="r" b="b"/>
              <a:pathLst>
                <a:path w="1215390" h="1472565">
                  <a:moveTo>
                    <a:pt x="1214830" y="1465178"/>
                  </a:moveTo>
                  <a:lnTo>
                    <a:pt x="6624" y="253776"/>
                  </a:lnTo>
                  <a:lnTo>
                    <a:pt x="116180" y="0"/>
                  </a:lnTo>
                </a:path>
                <a:path w="1215390" h="1472565">
                  <a:moveTo>
                    <a:pt x="109901" y="0"/>
                  </a:moveTo>
                  <a:lnTo>
                    <a:pt x="413" y="253492"/>
                  </a:lnTo>
                  <a:lnTo>
                    <a:pt x="0" y="254441"/>
                  </a:lnTo>
                  <a:lnTo>
                    <a:pt x="1214830" y="1472429"/>
                  </a:lnTo>
                </a:path>
              </a:pathLst>
            </a:custGeom>
            <a:ln w="19049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Imagen 16">
            <a:extLst>
              <a:ext uri="{FF2B5EF4-FFF2-40B4-BE49-F238E27FC236}">
                <a16:creationId xmlns:a16="http://schemas.microsoft.com/office/drawing/2014/main" id="{BD52F250-F977-3681-FC00-4A9114581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5721" y="4095750"/>
            <a:ext cx="902286" cy="8961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3FF2937-84E8-98FC-5A30-39A8E176C4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500" t="26286" r="20834" b="25342"/>
          <a:stretch/>
        </p:blipFill>
        <p:spPr>
          <a:xfrm>
            <a:off x="3429000" y="-21521"/>
            <a:ext cx="5709491" cy="5165021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-191457" y="-10761"/>
            <a:ext cx="5012300" cy="5143500"/>
            <a:chOff x="-163440" y="0"/>
            <a:chExt cx="5012300" cy="514350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4848860" cy="5143500"/>
            </a:xfrm>
            <a:custGeom>
              <a:avLst/>
              <a:gdLst/>
              <a:ahLst/>
              <a:cxnLst/>
              <a:rect l="l" t="t" r="r" b="b"/>
              <a:pathLst>
                <a:path w="4848860" h="5143500">
                  <a:moveTo>
                    <a:pt x="3486349" y="5143499"/>
                  </a:moveTo>
                  <a:lnTo>
                    <a:pt x="209250" y="5143499"/>
                  </a:lnTo>
                  <a:lnTo>
                    <a:pt x="0" y="4724998"/>
                  </a:lnTo>
                  <a:lnTo>
                    <a:pt x="0" y="114401"/>
                  </a:lnTo>
                  <a:lnTo>
                    <a:pt x="57200" y="0"/>
                  </a:lnTo>
                  <a:lnTo>
                    <a:pt x="3638399" y="0"/>
                  </a:lnTo>
                  <a:lnTo>
                    <a:pt x="4848249" y="2419699"/>
                  </a:lnTo>
                  <a:lnTo>
                    <a:pt x="3486349" y="51434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-163440" y="0"/>
              <a:ext cx="1638935" cy="5143500"/>
            </a:xfrm>
            <a:custGeom>
              <a:avLst/>
              <a:gdLst/>
              <a:ahLst/>
              <a:cxnLst/>
              <a:rect l="l" t="t" r="r" b="b"/>
              <a:pathLst>
                <a:path w="1638935" h="5143500">
                  <a:moveTo>
                    <a:pt x="276424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28474" y="0"/>
                  </a:lnTo>
                  <a:lnTo>
                    <a:pt x="1638324" y="2419699"/>
                  </a:lnTo>
                  <a:lnTo>
                    <a:pt x="276424" y="5143499"/>
                  </a:lnTo>
                  <a:close/>
                </a:path>
              </a:pathLst>
            </a:custGeom>
            <a:solidFill>
              <a:srgbClr val="14397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62937" y="367342"/>
            <a:ext cx="3066951" cy="1045799"/>
          </a:xfrm>
          <a:prstGeom prst="rect">
            <a:avLst/>
          </a:prstGeom>
        </p:spPr>
        <p:txBody>
          <a:bodyPr vert="horz" wrap="square" lIns="0" tIns="1822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35"/>
              </a:spcBef>
            </a:pPr>
            <a:r>
              <a:rPr lang="es-CO" sz="2800" b="1" dirty="0">
                <a:solidFill>
                  <a:srgbClr val="143978"/>
                </a:solidFill>
                <a:latin typeface="Arial"/>
                <a:cs typeface="Arial"/>
              </a:rPr>
              <a:t>Sostenibilidad En Los Proyectos </a:t>
            </a:r>
            <a:endParaRPr lang="es-CO" sz="1050" dirty="0">
              <a:latin typeface="Arial"/>
              <a:cs typeface="Arial"/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06FC62D8-F0A6-BD70-8856-DA639B4BEA4E}"/>
              </a:ext>
            </a:extLst>
          </p:cNvPr>
          <p:cNvSpPr txBox="1"/>
          <p:nvPr/>
        </p:nvSpPr>
        <p:spPr>
          <a:xfrm>
            <a:off x="1447478" y="1581150"/>
            <a:ext cx="2471657" cy="2948884"/>
          </a:xfrm>
          <a:prstGeom prst="rect">
            <a:avLst/>
          </a:prstGeom>
        </p:spPr>
        <p:txBody>
          <a:bodyPr vert="horz" wrap="square" lIns="0" tIns="182245" rIns="0" bIns="0" rtlCol="0">
            <a:spAutoFit/>
          </a:bodyPr>
          <a:lstStyle/>
          <a:p>
            <a:pPr marL="184150" indent="-171450" algn="l">
              <a:lnSpc>
                <a:spcPct val="100000"/>
              </a:lnSpc>
              <a:spcBef>
                <a:spcPts val="1435"/>
              </a:spcBef>
              <a:buFont typeface="Arial" panose="020B0604020202020204" pitchFamily="34" charset="0"/>
              <a:buChar char="•"/>
            </a:pPr>
            <a:r>
              <a:rPr lang="es-MX" sz="1200" b="1" dirty="0">
                <a:solidFill>
                  <a:srgbClr val="143978"/>
                </a:solidFill>
                <a:latin typeface="Arial"/>
                <a:cs typeface="Arial"/>
              </a:rPr>
              <a:t>La sostenibilidad en la formulación de proyectos implica integrar criterios ambientales, sociales y económicos desde el diseño hasta la ejecución, asegurando un equilibrio a largo plazo.</a:t>
            </a:r>
          </a:p>
          <a:p>
            <a:pPr marL="184150" indent="-171450" algn="l">
              <a:lnSpc>
                <a:spcPct val="100000"/>
              </a:lnSpc>
              <a:spcBef>
                <a:spcPts val="1435"/>
              </a:spcBef>
              <a:buFont typeface="Arial" panose="020B0604020202020204" pitchFamily="34" charset="0"/>
              <a:buChar char="•"/>
            </a:pPr>
            <a:r>
              <a:rPr lang="es-MX" sz="1200" b="1" dirty="0">
                <a:solidFill>
                  <a:srgbClr val="143978"/>
                </a:solidFill>
                <a:latin typeface="Arial"/>
                <a:cs typeface="Arial"/>
              </a:rPr>
              <a:t>Busca minimizar impactos negativos y maximizar beneficios para las comunidades y el entorno. Así, los proyectos se orientan al desarrollo responsable y perdurable en el tiempo.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95D9CFDB-63CA-76FC-91D5-AA6916CB8047}"/>
              </a:ext>
            </a:extLst>
          </p:cNvPr>
          <p:cNvSpPr/>
          <p:nvPr/>
        </p:nvSpPr>
        <p:spPr>
          <a:xfrm>
            <a:off x="2535834" y="0"/>
            <a:ext cx="4129637" cy="5143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198171" y="616932"/>
            <a:ext cx="302967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MX" b="1" spc="-35" dirty="0">
                <a:latin typeface="Arial"/>
                <a:cs typeface="Arial"/>
              </a:rPr>
              <a:t>Importancia De La Formulación De Proyectos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-4010" y="0"/>
            <a:ext cx="9144270" cy="5143500"/>
            <a:chOff x="0" y="0"/>
            <a:chExt cx="9144270" cy="5143500"/>
          </a:xfrm>
        </p:grpSpPr>
        <p:sp>
          <p:nvSpPr>
            <p:cNvPr id="7" name="object 7"/>
            <p:cNvSpPr/>
            <p:nvPr/>
          </p:nvSpPr>
          <p:spPr>
            <a:xfrm>
              <a:off x="0" y="0"/>
              <a:ext cx="3360420" cy="5143500"/>
            </a:xfrm>
            <a:custGeom>
              <a:avLst/>
              <a:gdLst/>
              <a:ahLst/>
              <a:cxnLst/>
              <a:rect l="l" t="t" r="r" b="b"/>
              <a:pathLst>
                <a:path w="3360420" h="5143500">
                  <a:moveTo>
                    <a:pt x="3360100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2838190" y="0"/>
                  </a:lnTo>
                  <a:lnTo>
                    <a:pt x="3360100" y="5143499"/>
                  </a:lnTo>
                  <a:close/>
                </a:path>
              </a:pathLst>
            </a:custGeom>
            <a:solidFill>
              <a:srgbClr val="14397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" name="object 8"/>
            <p:cNvSpPr/>
            <p:nvPr/>
          </p:nvSpPr>
          <p:spPr>
            <a:xfrm>
              <a:off x="5729875" y="0"/>
              <a:ext cx="3414395" cy="5143500"/>
            </a:xfrm>
            <a:custGeom>
              <a:avLst/>
              <a:gdLst/>
              <a:ahLst/>
              <a:cxnLst/>
              <a:rect l="l" t="t" r="r" b="b"/>
              <a:pathLst>
                <a:path w="3414395" h="5143500">
                  <a:moveTo>
                    <a:pt x="3414124" y="5143499"/>
                  </a:moveTo>
                  <a:lnTo>
                    <a:pt x="0" y="5143499"/>
                  </a:lnTo>
                  <a:lnTo>
                    <a:pt x="854049" y="6376"/>
                  </a:lnTo>
                  <a:lnTo>
                    <a:pt x="2189617" y="0"/>
                  </a:lnTo>
                  <a:lnTo>
                    <a:pt x="3414124" y="0"/>
                  </a:lnTo>
                  <a:lnTo>
                    <a:pt x="3414124" y="51434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" name="object 9"/>
            <p:cNvSpPr/>
            <p:nvPr/>
          </p:nvSpPr>
          <p:spPr>
            <a:xfrm>
              <a:off x="1127804" y="1985351"/>
              <a:ext cx="3755837" cy="517525"/>
            </a:xfrm>
            <a:custGeom>
              <a:avLst/>
              <a:gdLst/>
              <a:ahLst/>
              <a:cxnLst/>
              <a:rect l="l" t="t" r="r" b="b"/>
              <a:pathLst>
                <a:path w="4032885" h="517525">
                  <a:moveTo>
                    <a:pt x="0" y="258749"/>
                  </a:moveTo>
                  <a:lnTo>
                    <a:pt x="129374" y="0"/>
                  </a:lnTo>
                  <a:lnTo>
                    <a:pt x="467924" y="0"/>
                  </a:lnTo>
                  <a:lnTo>
                    <a:pt x="597299" y="258749"/>
                  </a:lnTo>
                  <a:lnTo>
                    <a:pt x="467924" y="517499"/>
                  </a:lnTo>
                  <a:lnTo>
                    <a:pt x="129374" y="517499"/>
                  </a:lnTo>
                  <a:lnTo>
                    <a:pt x="0" y="258749"/>
                  </a:lnTo>
                  <a:close/>
                </a:path>
                <a:path w="4032885" h="517525">
                  <a:moveTo>
                    <a:pt x="3435149" y="258755"/>
                  </a:moveTo>
                  <a:lnTo>
                    <a:pt x="3564524" y="5"/>
                  </a:lnTo>
                  <a:lnTo>
                    <a:pt x="3903074" y="5"/>
                  </a:lnTo>
                  <a:lnTo>
                    <a:pt x="4032449" y="258755"/>
                  </a:lnTo>
                  <a:lnTo>
                    <a:pt x="3903074" y="517505"/>
                  </a:lnTo>
                  <a:lnTo>
                    <a:pt x="3564524" y="517505"/>
                  </a:lnTo>
                  <a:lnTo>
                    <a:pt x="3435149" y="258755"/>
                  </a:lnTo>
                  <a:close/>
                </a:path>
              </a:pathLst>
            </a:custGeom>
            <a:ln w="9524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0" name="object 10"/>
            <p:cNvSpPr/>
            <p:nvPr/>
          </p:nvSpPr>
          <p:spPr>
            <a:xfrm>
              <a:off x="7134695" y="1998805"/>
              <a:ext cx="597535" cy="517525"/>
            </a:xfrm>
            <a:custGeom>
              <a:avLst/>
              <a:gdLst/>
              <a:ahLst/>
              <a:cxnLst/>
              <a:rect l="l" t="t" r="r" b="b"/>
              <a:pathLst>
                <a:path w="597534" h="517525">
                  <a:moveTo>
                    <a:pt x="0" y="258749"/>
                  </a:moveTo>
                  <a:lnTo>
                    <a:pt x="129374" y="0"/>
                  </a:lnTo>
                  <a:lnTo>
                    <a:pt x="467924" y="0"/>
                  </a:lnTo>
                  <a:lnTo>
                    <a:pt x="597299" y="258749"/>
                  </a:lnTo>
                  <a:lnTo>
                    <a:pt x="467924" y="517499"/>
                  </a:lnTo>
                  <a:lnTo>
                    <a:pt x="129374" y="517499"/>
                  </a:lnTo>
                  <a:lnTo>
                    <a:pt x="0" y="258749"/>
                  </a:lnTo>
                  <a:close/>
                </a:path>
              </a:pathLst>
            </a:custGeom>
            <a:ln w="9524">
              <a:solidFill>
                <a:srgbClr val="1439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3048" y="2105452"/>
              <a:ext cx="273484" cy="27348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283284" y="2108342"/>
              <a:ext cx="300355" cy="298450"/>
            </a:xfrm>
            <a:custGeom>
              <a:avLst/>
              <a:gdLst/>
              <a:ahLst/>
              <a:cxnLst/>
              <a:rect l="l" t="t" r="r" b="b"/>
              <a:pathLst>
                <a:path w="300354" h="298450">
                  <a:moveTo>
                    <a:pt x="26352" y="18186"/>
                  </a:moveTo>
                  <a:lnTo>
                    <a:pt x="17678" y="18186"/>
                  </a:lnTo>
                  <a:lnTo>
                    <a:pt x="17678" y="27749"/>
                  </a:lnTo>
                  <a:lnTo>
                    <a:pt x="26352" y="27749"/>
                  </a:lnTo>
                  <a:lnTo>
                    <a:pt x="26352" y="18186"/>
                  </a:lnTo>
                  <a:close/>
                </a:path>
                <a:path w="300354" h="298450">
                  <a:moveTo>
                    <a:pt x="42341" y="95834"/>
                  </a:moveTo>
                  <a:lnTo>
                    <a:pt x="33667" y="95834"/>
                  </a:lnTo>
                  <a:lnTo>
                    <a:pt x="33667" y="105410"/>
                  </a:lnTo>
                  <a:lnTo>
                    <a:pt x="42341" y="105410"/>
                  </a:lnTo>
                  <a:lnTo>
                    <a:pt x="42341" y="95834"/>
                  </a:lnTo>
                  <a:close/>
                </a:path>
                <a:path w="300354" h="298450">
                  <a:moveTo>
                    <a:pt x="54952" y="47967"/>
                  </a:moveTo>
                  <a:lnTo>
                    <a:pt x="46316" y="47967"/>
                  </a:lnTo>
                  <a:lnTo>
                    <a:pt x="46316" y="57531"/>
                  </a:lnTo>
                  <a:lnTo>
                    <a:pt x="54952" y="57531"/>
                  </a:lnTo>
                  <a:lnTo>
                    <a:pt x="54952" y="47967"/>
                  </a:lnTo>
                  <a:close/>
                </a:path>
                <a:path w="300354" h="298450">
                  <a:moveTo>
                    <a:pt x="85902" y="4546"/>
                  </a:moveTo>
                  <a:lnTo>
                    <a:pt x="77228" y="4546"/>
                  </a:lnTo>
                  <a:lnTo>
                    <a:pt x="77228" y="14109"/>
                  </a:lnTo>
                  <a:lnTo>
                    <a:pt x="85902" y="14109"/>
                  </a:lnTo>
                  <a:lnTo>
                    <a:pt x="85902" y="4546"/>
                  </a:lnTo>
                  <a:close/>
                </a:path>
                <a:path w="300354" h="298450">
                  <a:moveTo>
                    <a:pt x="92087" y="65874"/>
                  </a:moveTo>
                  <a:lnTo>
                    <a:pt x="83413" y="65874"/>
                  </a:lnTo>
                  <a:lnTo>
                    <a:pt x="83413" y="75488"/>
                  </a:lnTo>
                  <a:lnTo>
                    <a:pt x="92087" y="75488"/>
                  </a:lnTo>
                  <a:lnTo>
                    <a:pt x="92087" y="65874"/>
                  </a:lnTo>
                  <a:close/>
                </a:path>
                <a:path w="300354" h="298450">
                  <a:moveTo>
                    <a:pt x="216535" y="65874"/>
                  </a:moveTo>
                  <a:lnTo>
                    <a:pt x="207860" y="65874"/>
                  </a:lnTo>
                  <a:lnTo>
                    <a:pt x="207860" y="75488"/>
                  </a:lnTo>
                  <a:lnTo>
                    <a:pt x="216535" y="75488"/>
                  </a:lnTo>
                  <a:lnTo>
                    <a:pt x="216535" y="65874"/>
                  </a:lnTo>
                  <a:close/>
                </a:path>
                <a:path w="300354" h="298450">
                  <a:moveTo>
                    <a:pt x="222732" y="4546"/>
                  </a:moveTo>
                  <a:lnTo>
                    <a:pt x="214058" y="4546"/>
                  </a:lnTo>
                  <a:lnTo>
                    <a:pt x="214058" y="14109"/>
                  </a:lnTo>
                  <a:lnTo>
                    <a:pt x="222732" y="14109"/>
                  </a:lnTo>
                  <a:lnTo>
                    <a:pt x="222732" y="4546"/>
                  </a:lnTo>
                  <a:close/>
                </a:path>
                <a:path w="300354" h="298450">
                  <a:moveTo>
                    <a:pt x="253631" y="47967"/>
                  </a:moveTo>
                  <a:lnTo>
                    <a:pt x="244995" y="47967"/>
                  </a:lnTo>
                  <a:lnTo>
                    <a:pt x="244995" y="57531"/>
                  </a:lnTo>
                  <a:lnTo>
                    <a:pt x="253631" y="57531"/>
                  </a:lnTo>
                  <a:lnTo>
                    <a:pt x="253631" y="47967"/>
                  </a:lnTo>
                  <a:close/>
                </a:path>
                <a:path w="300354" h="298450">
                  <a:moveTo>
                    <a:pt x="266293" y="95834"/>
                  </a:moveTo>
                  <a:lnTo>
                    <a:pt x="257619" y="95834"/>
                  </a:lnTo>
                  <a:lnTo>
                    <a:pt x="257619" y="105410"/>
                  </a:lnTo>
                  <a:lnTo>
                    <a:pt x="266293" y="105410"/>
                  </a:lnTo>
                  <a:lnTo>
                    <a:pt x="266293" y="95834"/>
                  </a:lnTo>
                  <a:close/>
                </a:path>
                <a:path w="300354" h="298450">
                  <a:moveTo>
                    <a:pt x="282282" y="18186"/>
                  </a:moveTo>
                  <a:lnTo>
                    <a:pt x="273608" y="18186"/>
                  </a:lnTo>
                  <a:lnTo>
                    <a:pt x="273608" y="27749"/>
                  </a:lnTo>
                  <a:lnTo>
                    <a:pt x="282282" y="27749"/>
                  </a:lnTo>
                  <a:lnTo>
                    <a:pt x="282282" y="18186"/>
                  </a:lnTo>
                  <a:close/>
                </a:path>
                <a:path w="300354" h="298450">
                  <a:moveTo>
                    <a:pt x="300101" y="182880"/>
                  </a:moveTo>
                  <a:lnTo>
                    <a:pt x="297459" y="173990"/>
                  </a:lnTo>
                  <a:lnTo>
                    <a:pt x="291426" y="166839"/>
                  </a:lnTo>
                  <a:lnTo>
                    <a:pt x="291426" y="182880"/>
                  </a:lnTo>
                  <a:lnTo>
                    <a:pt x="291426" y="198120"/>
                  </a:lnTo>
                  <a:lnTo>
                    <a:pt x="291426" y="209550"/>
                  </a:lnTo>
                  <a:lnTo>
                    <a:pt x="286448" y="214630"/>
                  </a:lnTo>
                  <a:lnTo>
                    <a:pt x="277355" y="219176"/>
                  </a:lnTo>
                  <a:lnTo>
                    <a:pt x="277355" y="256540"/>
                  </a:lnTo>
                  <a:lnTo>
                    <a:pt x="277355" y="290830"/>
                  </a:lnTo>
                  <a:lnTo>
                    <a:pt x="261696" y="290830"/>
                  </a:lnTo>
                  <a:lnTo>
                    <a:pt x="261696" y="259080"/>
                  </a:lnTo>
                  <a:lnTo>
                    <a:pt x="253022" y="259080"/>
                  </a:lnTo>
                  <a:lnTo>
                    <a:pt x="253022" y="290830"/>
                  </a:lnTo>
                  <a:lnTo>
                    <a:pt x="200596" y="290830"/>
                  </a:lnTo>
                  <a:lnTo>
                    <a:pt x="200596" y="259080"/>
                  </a:lnTo>
                  <a:lnTo>
                    <a:pt x="191922" y="259080"/>
                  </a:lnTo>
                  <a:lnTo>
                    <a:pt x="191922" y="290830"/>
                  </a:lnTo>
                  <a:lnTo>
                    <a:pt x="176263" y="290830"/>
                  </a:lnTo>
                  <a:lnTo>
                    <a:pt x="176263" y="256540"/>
                  </a:lnTo>
                  <a:lnTo>
                    <a:pt x="177850" y="248920"/>
                  </a:lnTo>
                  <a:lnTo>
                    <a:pt x="195110" y="218440"/>
                  </a:lnTo>
                  <a:lnTo>
                    <a:pt x="207162" y="210820"/>
                  </a:lnTo>
                  <a:lnTo>
                    <a:pt x="226809" y="207010"/>
                  </a:lnTo>
                  <a:lnTo>
                    <a:pt x="246456" y="210820"/>
                  </a:lnTo>
                  <a:lnTo>
                    <a:pt x="262521" y="220980"/>
                  </a:lnTo>
                  <a:lnTo>
                    <a:pt x="273367" y="237490"/>
                  </a:lnTo>
                  <a:lnTo>
                    <a:pt x="277355" y="256540"/>
                  </a:lnTo>
                  <a:lnTo>
                    <a:pt x="277355" y="219176"/>
                  </a:lnTo>
                  <a:lnTo>
                    <a:pt x="273748" y="220980"/>
                  </a:lnTo>
                  <a:lnTo>
                    <a:pt x="271119" y="217170"/>
                  </a:lnTo>
                  <a:lnTo>
                    <a:pt x="268160" y="214630"/>
                  </a:lnTo>
                  <a:lnTo>
                    <a:pt x="264934" y="212090"/>
                  </a:lnTo>
                  <a:lnTo>
                    <a:pt x="272948" y="208280"/>
                  </a:lnTo>
                  <a:lnTo>
                    <a:pt x="276517" y="207010"/>
                  </a:lnTo>
                  <a:lnTo>
                    <a:pt x="280098" y="205740"/>
                  </a:lnTo>
                  <a:lnTo>
                    <a:pt x="286270" y="201930"/>
                  </a:lnTo>
                  <a:lnTo>
                    <a:pt x="291426" y="198120"/>
                  </a:lnTo>
                  <a:lnTo>
                    <a:pt x="291426" y="182880"/>
                  </a:lnTo>
                  <a:lnTo>
                    <a:pt x="289547" y="187960"/>
                  </a:lnTo>
                  <a:lnTo>
                    <a:pt x="283451" y="193040"/>
                  </a:lnTo>
                  <a:lnTo>
                    <a:pt x="272491" y="199390"/>
                  </a:lnTo>
                  <a:lnTo>
                    <a:pt x="255968" y="205740"/>
                  </a:lnTo>
                  <a:lnTo>
                    <a:pt x="252971" y="203200"/>
                  </a:lnTo>
                  <a:lnTo>
                    <a:pt x="249732" y="201930"/>
                  </a:lnTo>
                  <a:lnTo>
                    <a:pt x="246405" y="200660"/>
                  </a:lnTo>
                  <a:lnTo>
                    <a:pt x="249580" y="198120"/>
                  </a:lnTo>
                  <a:lnTo>
                    <a:pt x="254355" y="194310"/>
                  </a:lnTo>
                  <a:lnTo>
                    <a:pt x="260502" y="186690"/>
                  </a:lnTo>
                  <a:lnTo>
                    <a:pt x="264464" y="177800"/>
                  </a:lnTo>
                  <a:lnTo>
                    <a:pt x="265861" y="167640"/>
                  </a:lnTo>
                  <a:lnTo>
                    <a:pt x="265772" y="163830"/>
                  </a:lnTo>
                  <a:lnTo>
                    <a:pt x="265582" y="162560"/>
                  </a:lnTo>
                  <a:lnTo>
                    <a:pt x="277558" y="167640"/>
                  </a:lnTo>
                  <a:lnTo>
                    <a:pt x="285559" y="172720"/>
                  </a:lnTo>
                  <a:lnTo>
                    <a:pt x="290029" y="177800"/>
                  </a:lnTo>
                  <a:lnTo>
                    <a:pt x="291426" y="182880"/>
                  </a:lnTo>
                  <a:lnTo>
                    <a:pt x="291426" y="166839"/>
                  </a:lnTo>
                  <a:lnTo>
                    <a:pt x="289966" y="165100"/>
                  </a:lnTo>
                  <a:lnTo>
                    <a:pt x="285267" y="162560"/>
                  </a:lnTo>
                  <a:lnTo>
                    <a:pt x="278244" y="158750"/>
                  </a:lnTo>
                  <a:lnTo>
                    <a:pt x="262915" y="152400"/>
                  </a:lnTo>
                  <a:lnTo>
                    <a:pt x="257187" y="142417"/>
                  </a:lnTo>
                  <a:lnTo>
                    <a:pt x="257187" y="167640"/>
                  </a:lnTo>
                  <a:lnTo>
                    <a:pt x="254800" y="179070"/>
                  </a:lnTo>
                  <a:lnTo>
                    <a:pt x="248297" y="189230"/>
                  </a:lnTo>
                  <a:lnTo>
                    <a:pt x="238633" y="195580"/>
                  </a:lnTo>
                  <a:lnTo>
                    <a:pt x="226809" y="198120"/>
                  </a:lnTo>
                  <a:lnTo>
                    <a:pt x="214972" y="195580"/>
                  </a:lnTo>
                  <a:lnTo>
                    <a:pt x="207162" y="190449"/>
                  </a:lnTo>
                  <a:lnTo>
                    <a:pt x="207162" y="200660"/>
                  </a:lnTo>
                  <a:lnTo>
                    <a:pt x="200367" y="204470"/>
                  </a:lnTo>
                  <a:lnTo>
                    <a:pt x="194030" y="207010"/>
                  </a:lnTo>
                  <a:lnTo>
                    <a:pt x="188226" y="212090"/>
                  </a:lnTo>
                  <a:lnTo>
                    <a:pt x="183007" y="217170"/>
                  </a:lnTo>
                  <a:lnTo>
                    <a:pt x="176263" y="217170"/>
                  </a:lnTo>
                  <a:lnTo>
                    <a:pt x="176263" y="226060"/>
                  </a:lnTo>
                  <a:lnTo>
                    <a:pt x="173634" y="229870"/>
                  </a:lnTo>
                  <a:lnTo>
                    <a:pt x="171564" y="234950"/>
                  </a:lnTo>
                  <a:lnTo>
                    <a:pt x="170116" y="240030"/>
                  </a:lnTo>
                  <a:lnTo>
                    <a:pt x="168186" y="240030"/>
                  </a:lnTo>
                  <a:lnTo>
                    <a:pt x="168186" y="248920"/>
                  </a:lnTo>
                  <a:lnTo>
                    <a:pt x="167817" y="251460"/>
                  </a:lnTo>
                  <a:lnTo>
                    <a:pt x="167627" y="254000"/>
                  </a:lnTo>
                  <a:lnTo>
                    <a:pt x="167627" y="290830"/>
                  </a:lnTo>
                  <a:lnTo>
                    <a:pt x="132461" y="290830"/>
                  </a:lnTo>
                  <a:lnTo>
                    <a:pt x="132461" y="254000"/>
                  </a:lnTo>
                  <a:lnTo>
                    <a:pt x="132270" y="251460"/>
                  </a:lnTo>
                  <a:lnTo>
                    <a:pt x="131902" y="248920"/>
                  </a:lnTo>
                  <a:lnTo>
                    <a:pt x="168186" y="248920"/>
                  </a:lnTo>
                  <a:lnTo>
                    <a:pt x="168186" y="240030"/>
                  </a:lnTo>
                  <a:lnTo>
                    <a:pt x="129971" y="240030"/>
                  </a:lnTo>
                  <a:lnTo>
                    <a:pt x="128524" y="234950"/>
                  </a:lnTo>
                  <a:lnTo>
                    <a:pt x="126453" y="229870"/>
                  </a:lnTo>
                  <a:lnTo>
                    <a:pt x="123837" y="226060"/>
                  </a:lnTo>
                  <a:lnTo>
                    <a:pt x="123837" y="256540"/>
                  </a:lnTo>
                  <a:lnTo>
                    <a:pt x="123837" y="290830"/>
                  </a:lnTo>
                  <a:lnTo>
                    <a:pt x="108178" y="290830"/>
                  </a:lnTo>
                  <a:lnTo>
                    <a:pt x="108178" y="259080"/>
                  </a:lnTo>
                  <a:lnTo>
                    <a:pt x="99491" y="259080"/>
                  </a:lnTo>
                  <a:lnTo>
                    <a:pt x="99491" y="290830"/>
                  </a:lnTo>
                  <a:lnTo>
                    <a:pt x="47078" y="290830"/>
                  </a:lnTo>
                  <a:lnTo>
                    <a:pt x="47078" y="259080"/>
                  </a:lnTo>
                  <a:lnTo>
                    <a:pt x="38404" y="259080"/>
                  </a:lnTo>
                  <a:lnTo>
                    <a:pt x="38404" y="290830"/>
                  </a:lnTo>
                  <a:lnTo>
                    <a:pt x="22733" y="290830"/>
                  </a:lnTo>
                  <a:lnTo>
                    <a:pt x="22733" y="256540"/>
                  </a:lnTo>
                  <a:lnTo>
                    <a:pt x="26720" y="237490"/>
                  </a:lnTo>
                  <a:lnTo>
                    <a:pt x="37566" y="220980"/>
                  </a:lnTo>
                  <a:lnTo>
                    <a:pt x="53632" y="210820"/>
                  </a:lnTo>
                  <a:lnTo>
                    <a:pt x="73291" y="207010"/>
                  </a:lnTo>
                  <a:lnTo>
                    <a:pt x="92938" y="210820"/>
                  </a:lnTo>
                  <a:lnTo>
                    <a:pt x="109004" y="220980"/>
                  </a:lnTo>
                  <a:lnTo>
                    <a:pt x="119849" y="237490"/>
                  </a:lnTo>
                  <a:lnTo>
                    <a:pt x="123837" y="256540"/>
                  </a:lnTo>
                  <a:lnTo>
                    <a:pt x="123837" y="226060"/>
                  </a:lnTo>
                  <a:lnTo>
                    <a:pt x="176263" y="226060"/>
                  </a:lnTo>
                  <a:lnTo>
                    <a:pt x="176263" y="217170"/>
                  </a:lnTo>
                  <a:lnTo>
                    <a:pt x="174929" y="217170"/>
                  </a:lnTo>
                  <a:lnTo>
                    <a:pt x="166738" y="218440"/>
                  </a:lnTo>
                  <a:lnTo>
                    <a:pt x="133350" y="218440"/>
                  </a:lnTo>
                  <a:lnTo>
                    <a:pt x="125158" y="217170"/>
                  </a:lnTo>
                  <a:lnTo>
                    <a:pt x="117081" y="217170"/>
                  </a:lnTo>
                  <a:lnTo>
                    <a:pt x="111874" y="212090"/>
                  </a:lnTo>
                  <a:lnTo>
                    <a:pt x="106057" y="207010"/>
                  </a:lnTo>
                  <a:lnTo>
                    <a:pt x="102895" y="205740"/>
                  </a:lnTo>
                  <a:lnTo>
                    <a:pt x="99720" y="204470"/>
                  </a:lnTo>
                  <a:lnTo>
                    <a:pt x="92938" y="200660"/>
                  </a:lnTo>
                  <a:lnTo>
                    <a:pt x="96100" y="198120"/>
                  </a:lnTo>
                  <a:lnTo>
                    <a:pt x="100850" y="194310"/>
                  </a:lnTo>
                  <a:lnTo>
                    <a:pt x="106984" y="186690"/>
                  </a:lnTo>
                  <a:lnTo>
                    <a:pt x="110934" y="177800"/>
                  </a:lnTo>
                  <a:lnTo>
                    <a:pt x="112344" y="167640"/>
                  </a:lnTo>
                  <a:lnTo>
                    <a:pt x="112344" y="160020"/>
                  </a:lnTo>
                  <a:lnTo>
                    <a:pt x="110566" y="153670"/>
                  </a:lnTo>
                  <a:lnTo>
                    <a:pt x="107416" y="148590"/>
                  </a:lnTo>
                  <a:lnTo>
                    <a:pt x="117779" y="147320"/>
                  </a:lnTo>
                  <a:lnTo>
                    <a:pt x="139115" y="147320"/>
                  </a:lnTo>
                  <a:lnTo>
                    <a:pt x="150050" y="146050"/>
                  </a:lnTo>
                  <a:lnTo>
                    <a:pt x="160985" y="147320"/>
                  </a:lnTo>
                  <a:lnTo>
                    <a:pt x="182333" y="147320"/>
                  </a:lnTo>
                  <a:lnTo>
                    <a:pt x="192671" y="148590"/>
                  </a:lnTo>
                  <a:lnTo>
                    <a:pt x="189522" y="153670"/>
                  </a:lnTo>
                  <a:lnTo>
                    <a:pt x="187744" y="160020"/>
                  </a:lnTo>
                  <a:lnTo>
                    <a:pt x="187744" y="167640"/>
                  </a:lnTo>
                  <a:lnTo>
                    <a:pt x="189153" y="177800"/>
                  </a:lnTo>
                  <a:lnTo>
                    <a:pt x="193103" y="186690"/>
                  </a:lnTo>
                  <a:lnTo>
                    <a:pt x="199237" y="194310"/>
                  </a:lnTo>
                  <a:lnTo>
                    <a:pt x="207162" y="200660"/>
                  </a:lnTo>
                  <a:lnTo>
                    <a:pt x="207162" y="190449"/>
                  </a:lnTo>
                  <a:lnTo>
                    <a:pt x="205320" y="189230"/>
                  </a:lnTo>
                  <a:lnTo>
                    <a:pt x="198805" y="179070"/>
                  </a:lnTo>
                  <a:lnTo>
                    <a:pt x="196418" y="167640"/>
                  </a:lnTo>
                  <a:lnTo>
                    <a:pt x="198805" y="154940"/>
                  </a:lnTo>
                  <a:lnTo>
                    <a:pt x="205320" y="146050"/>
                  </a:lnTo>
                  <a:lnTo>
                    <a:pt x="214972" y="139700"/>
                  </a:lnTo>
                  <a:lnTo>
                    <a:pt x="226809" y="137160"/>
                  </a:lnTo>
                  <a:lnTo>
                    <a:pt x="238620" y="139700"/>
                  </a:lnTo>
                  <a:lnTo>
                    <a:pt x="248272" y="146050"/>
                  </a:lnTo>
                  <a:lnTo>
                    <a:pt x="254800" y="154940"/>
                  </a:lnTo>
                  <a:lnTo>
                    <a:pt x="257187" y="167640"/>
                  </a:lnTo>
                  <a:lnTo>
                    <a:pt x="257187" y="142417"/>
                  </a:lnTo>
                  <a:lnTo>
                    <a:pt x="257086" y="142240"/>
                  </a:lnTo>
                  <a:lnTo>
                    <a:pt x="251536" y="137160"/>
                  </a:lnTo>
                  <a:lnTo>
                    <a:pt x="248767" y="134620"/>
                  </a:lnTo>
                  <a:lnTo>
                    <a:pt x="243624" y="132080"/>
                  </a:lnTo>
                  <a:lnTo>
                    <a:pt x="238493" y="129540"/>
                  </a:lnTo>
                  <a:lnTo>
                    <a:pt x="226809" y="128270"/>
                  </a:lnTo>
                  <a:lnTo>
                    <a:pt x="220662" y="128270"/>
                  </a:lnTo>
                  <a:lnTo>
                    <a:pt x="214845" y="129540"/>
                  </a:lnTo>
                  <a:lnTo>
                    <a:pt x="209689" y="132080"/>
                  </a:lnTo>
                  <a:lnTo>
                    <a:pt x="209689" y="119380"/>
                  </a:lnTo>
                  <a:lnTo>
                    <a:pt x="207911" y="105410"/>
                  </a:lnTo>
                  <a:lnTo>
                    <a:pt x="202844" y="92710"/>
                  </a:lnTo>
                  <a:lnTo>
                    <a:pt x="201066" y="90157"/>
                  </a:lnTo>
                  <a:lnTo>
                    <a:pt x="201066" y="119380"/>
                  </a:lnTo>
                  <a:lnTo>
                    <a:pt x="201066" y="138430"/>
                  </a:lnTo>
                  <a:lnTo>
                    <a:pt x="200215" y="138430"/>
                  </a:lnTo>
                  <a:lnTo>
                    <a:pt x="199415" y="139700"/>
                  </a:lnTo>
                  <a:lnTo>
                    <a:pt x="187185" y="139700"/>
                  </a:lnTo>
                  <a:lnTo>
                    <a:pt x="187185" y="120650"/>
                  </a:lnTo>
                  <a:lnTo>
                    <a:pt x="178511" y="120650"/>
                  </a:lnTo>
                  <a:lnTo>
                    <a:pt x="178511" y="138430"/>
                  </a:lnTo>
                  <a:lnTo>
                    <a:pt x="162661" y="138430"/>
                  </a:lnTo>
                  <a:lnTo>
                    <a:pt x="166827" y="134620"/>
                  </a:lnTo>
                  <a:lnTo>
                    <a:pt x="166827" y="133350"/>
                  </a:lnTo>
                  <a:lnTo>
                    <a:pt x="166827" y="104140"/>
                  </a:lnTo>
                  <a:lnTo>
                    <a:pt x="166827" y="100330"/>
                  </a:lnTo>
                  <a:lnTo>
                    <a:pt x="175044" y="91440"/>
                  </a:lnTo>
                  <a:lnTo>
                    <a:pt x="183248" y="82550"/>
                  </a:lnTo>
                  <a:lnTo>
                    <a:pt x="190652" y="90170"/>
                  </a:lnTo>
                  <a:lnTo>
                    <a:pt x="196265" y="97790"/>
                  </a:lnTo>
                  <a:lnTo>
                    <a:pt x="199821" y="107950"/>
                  </a:lnTo>
                  <a:lnTo>
                    <a:pt x="201066" y="119380"/>
                  </a:lnTo>
                  <a:lnTo>
                    <a:pt x="201066" y="90157"/>
                  </a:lnTo>
                  <a:lnTo>
                    <a:pt x="195783" y="82550"/>
                  </a:lnTo>
                  <a:lnTo>
                    <a:pt x="194894" y="81280"/>
                  </a:lnTo>
                  <a:lnTo>
                    <a:pt x="184467" y="72390"/>
                  </a:lnTo>
                  <a:lnTo>
                    <a:pt x="183629" y="71120"/>
                  </a:lnTo>
                  <a:lnTo>
                    <a:pt x="178587" y="63411"/>
                  </a:lnTo>
                  <a:lnTo>
                    <a:pt x="180289" y="62230"/>
                  </a:lnTo>
                  <a:lnTo>
                    <a:pt x="180568" y="60960"/>
                  </a:lnTo>
                  <a:lnTo>
                    <a:pt x="193001" y="29210"/>
                  </a:lnTo>
                  <a:lnTo>
                    <a:pt x="192062" y="24130"/>
                  </a:lnTo>
                  <a:lnTo>
                    <a:pt x="191541" y="22860"/>
                  </a:lnTo>
                  <a:lnTo>
                    <a:pt x="190792" y="21590"/>
                  </a:lnTo>
                  <a:lnTo>
                    <a:pt x="188823" y="17780"/>
                  </a:lnTo>
                  <a:lnTo>
                    <a:pt x="185915" y="15240"/>
                  </a:lnTo>
                  <a:lnTo>
                    <a:pt x="184607" y="15240"/>
                  </a:lnTo>
                  <a:lnTo>
                    <a:pt x="184607" y="29210"/>
                  </a:lnTo>
                  <a:lnTo>
                    <a:pt x="183896" y="34290"/>
                  </a:lnTo>
                  <a:lnTo>
                    <a:pt x="183464" y="33020"/>
                  </a:lnTo>
                  <a:lnTo>
                    <a:pt x="182587" y="30480"/>
                  </a:lnTo>
                  <a:lnTo>
                    <a:pt x="180949" y="27940"/>
                  </a:lnTo>
                  <a:lnTo>
                    <a:pt x="179171" y="25882"/>
                  </a:lnTo>
                  <a:lnTo>
                    <a:pt x="179171" y="49530"/>
                  </a:lnTo>
                  <a:lnTo>
                    <a:pt x="176771" y="52273"/>
                  </a:lnTo>
                  <a:lnTo>
                    <a:pt x="176771" y="76200"/>
                  </a:lnTo>
                  <a:lnTo>
                    <a:pt x="163271" y="91440"/>
                  </a:lnTo>
                  <a:lnTo>
                    <a:pt x="159842" y="86360"/>
                  </a:lnTo>
                  <a:lnTo>
                    <a:pt x="166408" y="78740"/>
                  </a:lnTo>
                  <a:lnTo>
                    <a:pt x="171881" y="72390"/>
                  </a:lnTo>
                  <a:lnTo>
                    <a:pt x="172974" y="71120"/>
                  </a:lnTo>
                  <a:lnTo>
                    <a:pt x="176771" y="76200"/>
                  </a:lnTo>
                  <a:lnTo>
                    <a:pt x="176771" y="52273"/>
                  </a:lnTo>
                  <a:lnTo>
                    <a:pt x="174726" y="54610"/>
                  </a:lnTo>
                  <a:lnTo>
                    <a:pt x="168910" y="59690"/>
                  </a:lnTo>
                  <a:lnTo>
                    <a:pt x="162064" y="62230"/>
                  </a:lnTo>
                  <a:lnTo>
                    <a:pt x="160553" y="62496"/>
                  </a:lnTo>
                  <a:lnTo>
                    <a:pt x="160553" y="72390"/>
                  </a:lnTo>
                  <a:lnTo>
                    <a:pt x="158153" y="74930"/>
                  </a:lnTo>
                  <a:lnTo>
                    <a:pt x="158153" y="104140"/>
                  </a:lnTo>
                  <a:lnTo>
                    <a:pt x="158153" y="130810"/>
                  </a:lnTo>
                  <a:lnTo>
                    <a:pt x="154546" y="133350"/>
                  </a:lnTo>
                  <a:lnTo>
                    <a:pt x="150939" y="130810"/>
                  </a:lnTo>
                  <a:lnTo>
                    <a:pt x="150939" y="104140"/>
                  </a:lnTo>
                  <a:lnTo>
                    <a:pt x="158153" y="104140"/>
                  </a:lnTo>
                  <a:lnTo>
                    <a:pt x="158153" y="74930"/>
                  </a:lnTo>
                  <a:lnTo>
                    <a:pt x="154546" y="78740"/>
                  </a:lnTo>
                  <a:lnTo>
                    <a:pt x="149301" y="73190"/>
                  </a:lnTo>
                  <a:lnTo>
                    <a:pt x="149301" y="86360"/>
                  </a:lnTo>
                  <a:lnTo>
                    <a:pt x="146291" y="90830"/>
                  </a:lnTo>
                  <a:lnTo>
                    <a:pt x="146291" y="138430"/>
                  </a:lnTo>
                  <a:lnTo>
                    <a:pt x="130581" y="138430"/>
                  </a:lnTo>
                  <a:lnTo>
                    <a:pt x="130581" y="120650"/>
                  </a:lnTo>
                  <a:lnTo>
                    <a:pt x="121958" y="120650"/>
                  </a:lnTo>
                  <a:lnTo>
                    <a:pt x="121958" y="138430"/>
                  </a:lnTo>
                  <a:lnTo>
                    <a:pt x="117271" y="138430"/>
                  </a:lnTo>
                  <a:lnTo>
                    <a:pt x="112674" y="139700"/>
                  </a:lnTo>
                  <a:lnTo>
                    <a:pt x="108077" y="139700"/>
                  </a:lnTo>
                  <a:lnTo>
                    <a:pt x="108077" y="138430"/>
                  </a:lnTo>
                  <a:lnTo>
                    <a:pt x="108077" y="119380"/>
                  </a:lnTo>
                  <a:lnTo>
                    <a:pt x="109321" y="107950"/>
                  </a:lnTo>
                  <a:lnTo>
                    <a:pt x="112864" y="97790"/>
                  </a:lnTo>
                  <a:lnTo>
                    <a:pt x="118465" y="90170"/>
                  </a:lnTo>
                  <a:lnTo>
                    <a:pt x="125844" y="82550"/>
                  </a:lnTo>
                  <a:lnTo>
                    <a:pt x="142303" y="100330"/>
                  </a:lnTo>
                  <a:lnTo>
                    <a:pt x="142303" y="134620"/>
                  </a:lnTo>
                  <a:lnTo>
                    <a:pt x="146291" y="138430"/>
                  </a:lnTo>
                  <a:lnTo>
                    <a:pt x="146291" y="90830"/>
                  </a:lnTo>
                  <a:lnTo>
                    <a:pt x="145872" y="91440"/>
                  </a:lnTo>
                  <a:lnTo>
                    <a:pt x="137998" y="82550"/>
                  </a:lnTo>
                  <a:lnTo>
                    <a:pt x="132372" y="76200"/>
                  </a:lnTo>
                  <a:lnTo>
                    <a:pt x="136169" y="71120"/>
                  </a:lnTo>
                  <a:lnTo>
                    <a:pt x="149301" y="86360"/>
                  </a:lnTo>
                  <a:lnTo>
                    <a:pt x="149301" y="73190"/>
                  </a:lnTo>
                  <a:lnTo>
                    <a:pt x="148551" y="72390"/>
                  </a:lnTo>
                  <a:lnTo>
                    <a:pt x="160553" y="72390"/>
                  </a:lnTo>
                  <a:lnTo>
                    <a:pt x="160553" y="62496"/>
                  </a:lnTo>
                  <a:lnTo>
                    <a:pt x="155079" y="63411"/>
                  </a:lnTo>
                  <a:lnTo>
                    <a:pt x="153847" y="63411"/>
                  </a:lnTo>
                  <a:lnTo>
                    <a:pt x="144589" y="62230"/>
                  </a:lnTo>
                  <a:lnTo>
                    <a:pt x="136207" y="57150"/>
                  </a:lnTo>
                  <a:lnTo>
                    <a:pt x="130098" y="49530"/>
                  </a:lnTo>
                  <a:lnTo>
                    <a:pt x="126974" y="39370"/>
                  </a:lnTo>
                  <a:lnTo>
                    <a:pt x="132880" y="40640"/>
                  </a:lnTo>
                  <a:lnTo>
                    <a:pt x="138391" y="41910"/>
                  </a:lnTo>
                  <a:lnTo>
                    <a:pt x="143446" y="41910"/>
                  </a:lnTo>
                  <a:lnTo>
                    <a:pt x="153784" y="40640"/>
                  </a:lnTo>
                  <a:lnTo>
                    <a:pt x="162509" y="39370"/>
                  </a:lnTo>
                  <a:lnTo>
                    <a:pt x="169481" y="36830"/>
                  </a:lnTo>
                  <a:lnTo>
                    <a:pt x="174523" y="34290"/>
                  </a:lnTo>
                  <a:lnTo>
                    <a:pt x="176352" y="38100"/>
                  </a:lnTo>
                  <a:lnTo>
                    <a:pt x="178130" y="44450"/>
                  </a:lnTo>
                  <a:lnTo>
                    <a:pt x="179171" y="49530"/>
                  </a:lnTo>
                  <a:lnTo>
                    <a:pt x="179171" y="25882"/>
                  </a:lnTo>
                  <a:lnTo>
                    <a:pt x="176580" y="22860"/>
                  </a:lnTo>
                  <a:lnTo>
                    <a:pt x="167208" y="29210"/>
                  </a:lnTo>
                  <a:lnTo>
                    <a:pt x="152209" y="31750"/>
                  </a:lnTo>
                  <a:lnTo>
                    <a:pt x="147764" y="33020"/>
                  </a:lnTo>
                  <a:lnTo>
                    <a:pt x="136042" y="33020"/>
                  </a:lnTo>
                  <a:lnTo>
                    <a:pt x="128714" y="31750"/>
                  </a:lnTo>
                  <a:lnTo>
                    <a:pt x="121297" y="29210"/>
                  </a:lnTo>
                  <a:lnTo>
                    <a:pt x="125095" y="26670"/>
                  </a:lnTo>
                  <a:lnTo>
                    <a:pt x="129501" y="22860"/>
                  </a:lnTo>
                  <a:lnTo>
                    <a:pt x="133070" y="19050"/>
                  </a:lnTo>
                  <a:lnTo>
                    <a:pt x="138442" y="11430"/>
                  </a:lnTo>
                  <a:lnTo>
                    <a:pt x="146151" y="7620"/>
                  </a:lnTo>
                  <a:lnTo>
                    <a:pt x="157949" y="7620"/>
                  </a:lnTo>
                  <a:lnTo>
                    <a:pt x="161683" y="8890"/>
                  </a:lnTo>
                  <a:lnTo>
                    <a:pt x="170065" y="12700"/>
                  </a:lnTo>
                  <a:lnTo>
                    <a:pt x="173824" y="15240"/>
                  </a:lnTo>
                  <a:lnTo>
                    <a:pt x="178790" y="22860"/>
                  </a:lnTo>
                  <a:lnTo>
                    <a:pt x="182168" y="22860"/>
                  </a:lnTo>
                  <a:lnTo>
                    <a:pt x="183197" y="25400"/>
                  </a:lnTo>
                  <a:lnTo>
                    <a:pt x="183896" y="26670"/>
                  </a:lnTo>
                  <a:lnTo>
                    <a:pt x="184607" y="29210"/>
                  </a:lnTo>
                  <a:lnTo>
                    <a:pt x="184607" y="15240"/>
                  </a:lnTo>
                  <a:lnTo>
                    <a:pt x="183997" y="15240"/>
                  </a:lnTo>
                  <a:lnTo>
                    <a:pt x="179311" y="8890"/>
                  </a:lnTo>
                  <a:lnTo>
                    <a:pt x="177711" y="7620"/>
                  </a:lnTo>
                  <a:lnTo>
                    <a:pt x="174523" y="5080"/>
                  </a:lnTo>
                  <a:lnTo>
                    <a:pt x="168656" y="2540"/>
                  </a:lnTo>
                  <a:lnTo>
                    <a:pt x="163868" y="0"/>
                  </a:lnTo>
                  <a:lnTo>
                    <a:pt x="146291" y="0"/>
                  </a:lnTo>
                  <a:lnTo>
                    <a:pt x="138861" y="2540"/>
                  </a:lnTo>
                  <a:lnTo>
                    <a:pt x="132105" y="7620"/>
                  </a:lnTo>
                  <a:lnTo>
                    <a:pt x="126276" y="12700"/>
                  </a:lnTo>
                  <a:lnTo>
                    <a:pt x="119748" y="21590"/>
                  </a:lnTo>
                  <a:lnTo>
                    <a:pt x="109435" y="26670"/>
                  </a:lnTo>
                  <a:lnTo>
                    <a:pt x="100241" y="30480"/>
                  </a:lnTo>
                  <a:lnTo>
                    <a:pt x="112395" y="35560"/>
                  </a:lnTo>
                  <a:lnTo>
                    <a:pt x="115303" y="36830"/>
                  </a:lnTo>
                  <a:lnTo>
                    <a:pt x="118110" y="36830"/>
                  </a:lnTo>
                  <a:lnTo>
                    <a:pt x="119214" y="44450"/>
                  </a:lnTo>
                  <a:lnTo>
                    <a:pt x="121793" y="52070"/>
                  </a:lnTo>
                  <a:lnTo>
                    <a:pt x="125666" y="58420"/>
                  </a:lnTo>
                  <a:lnTo>
                    <a:pt x="130594" y="63411"/>
                  </a:lnTo>
                  <a:lnTo>
                    <a:pt x="130746" y="63411"/>
                  </a:lnTo>
                  <a:lnTo>
                    <a:pt x="124675" y="72390"/>
                  </a:lnTo>
                  <a:lnTo>
                    <a:pt x="114236" y="81280"/>
                  </a:lnTo>
                  <a:lnTo>
                    <a:pt x="106273" y="92710"/>
                  </a:lnTo>
                  <a:lnTo>
                    <a:pt x="103670" y="99225"/>
                  </a:lnTo>
                  <a:lnTo>
                    <a:pt x="103670" y="167640"/>
                  </a:lnTo>
                  <a:lnTo>
                    <a:pt x="101282" y="179070"/>
                  </a:lnTo>
                  <a:lnTo>
                    <a:pt x="94767" y="189230"/>
                  </a:lnTo>
                  <a:lnTo>
                    <a:pt x="85115" y="195580"/>
                  </a:lnTo>
                  <a:lnTo>
                    <a:pt x="73291" y="198120"/>
                  </a:lnTo>
                  <a:lnTo>
                    <a:pt x="61480" y="195580"/>
                  </a:lnTo>
                  <a:lnTo>
                    <a:pt x="53682" y="190461"/>
                  </a:lnTo>
                  <a:lnTo>
                    <a:pt x="53682" y="200660"/>
                  </a:lnTo>
                  <a:lnTo>
                    <a:pt x="50355" y="201930"/>
                  </a:lnTo>
                  <a:lnTo>
                    <a:pt x="47167" y="203200"/>
                  </a:lnTo>
                  <a:lnTo>
                    <a:pt x="44119" y="205740"/>
                  </a:lnTo>
                  <a:lnTo>
                    <a:pt x="35166" y="202311"/>
                  </a:lnTo>
                  <a:lnTo>
                    <a:pt x="35166" y="212090"/>
                  </a:lnTo>
                  <a:lnTo>
                    <a:pt x="31927" y="214630"/>
                  </a:lnTo>
                  <a:lnTo>
                    <a:pt x="28968" y="217170"/>
                  </a:lnTo>
                  <a:lnTo>
                    <a:pt x="26352" y="220980"/>
                  </a:lnTo>
                  <a:lnTo>
                    <a:pt x="13639" y="214630"/>
                  </a:lnTo>
                  <a:lnTo>
                    <a:pt x="8674" y="209550"/>
                  </a:lnTo>
                  <a:lnTo>
                    <a:pt x="8674" y="198120"/>
                  </a:lnTo>
                  <a:lnTo>
                    <a:pt x="13817" y="201930"/>
                  </a:lnTo>
                  <a:lnTo>
                    <a:pt x="20002" y="205740"/>
                  </a:lnTo>
                  <a:lnTo>
                    <a:pt x="27139" y="208280"/>
                  </a:lnTo>
                  <a:lnTo>
                    <a:pt x="35166" y="212090"/>
                  </a:lnTo>
                  <a:lnTo>
                    <a:pt x="35166" y="202311"/>
                  </a:lnTo>
                  <a:lnTo>
                    <a:pt x="27597" y="199390"/>
                  </a:lnTo>
                  <a:lnTo>
                    <a:pt x="25412" y="198120"/>
                  </a:lnTo>
                  <a:lnTo>
                    <a:pt x="16637" y="193040"/>
                  </a:lnTo>
                  <a:lnTo>
                    <a:pt x="10553" y="187960"/>
                  </a:lnTo>
                  <a:lnTo>
                    <a:pt x="8674" y="182880"/>
                  </a:lnTo>
                  <a:lnTo>
                    <a:pt x="10058" y="177800"/>
                  </a:lnTo>
                  <a:lnTo>
                    <a:pt x="14541" y="172720"/>
                  </a:lnTo>
                  <a:lnTo>
                    <a:pt x="22542" y="167640"/>
                  </a:lnTo>
                  <a:lnTo>
                    <a:pt x="34505" y="162560"/>
                  </a:lnTo>
                  <a:lnTo>
                    <a:pt x="34315" y="163830"/>
                  </a:lnTo>
                  <a:lnTo>
                    <a:pt x="34226" y="167640"/>
                  </a:lnTo>
                  <a:lnTo>
                    <a:pt x="35636" y="177800"/>
                  </a:lnTo>
                  <a:lnTo>
                    <a:pt x="39598" y="186690"/>
                  </a:lnTo>
                  <a:lnTo>
                    <a:pt x="45732" y="194310"/>
                  </a:lnTo>
                  <a:lnTo>
                    <a:pt x="53682" y="200660"/>
                  </a:lnTo>
                  <a:lnTo>
                    <a:pt x="53682" y="190461"/>
                  </a:lnTo>
                  <a:lnTo>
                    <a:pt x="51816" y="189230"/>
                  </a:lnTo>
                  <a:lnTo>
                    <a:pt x="45288" y="179070"/>
                  </a:lnTo>
                  <a:lnTo>
                    <a:pt x="42900" y="167640"/>
                  </a:lnTo>
                  <a:lnTo>
                    <a:pt x="43853" y="162560"/>
                  </a:lnTo>
                  <a:lnTo>
                    <a:pt x="45288" y="154940"/>
                  </a:lnTo>
                  <a:lnTo>
                    <a:pt x="51816" y="146050"/>
                  </a:lnTo>
                  <a:lnTo>
                    <a:pt x="61480" y="139700"/>
                  </a:lnTo>
                  <a:lnTo>
                    <a:pt x="73291" y="137160"/>
                  </a:lnTo>
                  <a:lnTo>
                    <a:pt x="85090" y="139700"/>
                  </a:lnTo>
                  <a:lnTo>
                    <a:pt x="94754" y="146050"/>
                  </a:lnTo>
                  <a:lnTo>
                    <a:pt x="101282" y="154940"/>
                  </a:lnTo>
                  <a:lnTo>
                    <a:pt x="103670" y="167640"/>
                  </a:lnTo>
                  <a:lnTo>
                    <a:pt x="103670" y="99225"/>
                  </a:lnTo>
                  <a:lnTo>
                    <a:pt x="101193" y="105410"/>
                  </a:lnTo>
                  <a:lnTo>
                    <a:pt x="99402" y="119380"/>
                  </a:lnTo>
                  <a:lnTo>
                    <a:pt x="99402" y="138430"/>
                  </a:lnTo>
                  <a:lnTo>
                    <a:pt x="97548" y="137160"/>
                  </a:lnTo>
                  <a:lnTo>
                    <a:pt x="93827" y="134620"/>
                  </a:lnTo>
                  <a:lnTo>
                    <a:pt x="87528" y="130810"/>
                  </a:lnTo>
                  <a:lnTo>
                    <a:pt x="80632" y="129540"/>
                  </a:lnTo>
                  <a:lnTo>
                    <a:pt x="73291" y="128270"/>
                  </a:lnTo>
                  <a:lnTo>
                    <a:pt x="61607" y="129540"/>
                  </a:lnTo>
                  <a:lnTo>
                    <a:pt x="51333" y="134620"/>
                  </a:lnTo>
                  <a:lnTo>
                    <a:pt x="43002" y="142240"/>
                  </a:lnTo>
                  <a:lnTo>
                    <a:pt x="37185" y="152400"/>
                  </a:lnTo>
                  <a:lnTo>
                    <a:pt x="21856" y="158750"/>
                  </a:lnTo>
                  <a:lnTo>
                    <a:pt x="10134" y="165100"/>
                  </a:lnTo>
                  <a:lnTo>
                    <a:pt x="2628" y="173990"/>
                  </a:lnTo>
                  <a:lnTo>
                    <a:pt x="0" y="182880"/>
                  </a:lnTo>
                  <a:lnTo>
                    <a:pt x="0" y="204470"/>
                  </a:lnTo>
                  <a:lnTo>
                    <a:pt x="1371" y="210820"/>
                  </a:lnTo>
                  <a:lnTo>
                    <a:pt x="5448" y="217170"/>
                  </a:lnTo>
                  <a:lnTo>
                    <a:pt x="12204" y="222250"/>
                  </a:lnTo>
                  <a:lnTo>
                    <a:pt x="21564" y="228600"/>
                  </a:lnTo>
                  <a:lnTo>
                    <a:pt x="18376" y="234950"/>
                  </a:lnTo>
                  <a:lnTo>
                    <a:pt x="16040" y="241300"/>
                  </a:lnTo>
                  <a:lnTo>
                    <a:pt x="14605" y="248920"/>
                  </a:lnTo>
                  <a:lnTo>
                    <a:pt x="14109" y="256540"/>
                  </a:lnTo>
                  <a:lnTo>
                    <a:pt x="14109" y="298450"/>
                  </a:lnTo>
                  <a:lnTo>
                    <a:pt x="285978" y="298450"/>
                  </a:lnTo>
                  <a:lnTo>
                    <a:pt x="285978" y="290830"/>
                  </a:lnTo>
                  <a:lnTo>
                    <a:pt x="285978" y="256540"/>
                  </a:lnTo>
                  <a:lnTo>
                    <a:pt x="285496" y="248920"/>
                  </a:lnTo>
                  <a:lnTo>
                    <a:pt x="284048" y="241300"/>
                  </a:lnTo>
                  <a:lnTo>
                    <a:pt x="281711" y="234950"/>
                  </a:lnTo>
                  <a:lnTo>
                    <a:pt x="278523" y="228600"/>
                  </a:lnTo>
                  <a:lnTo>
                    <a:pt x="287896" y="222250"/>
                  </a:lnTo>
                  <a:lnTo>
                    <a:pt x="289585" y="220980"/>
                  </a:lnTo>
                  <a:lnTo>
                    <a:pt x="294640" y="217170"/>
                  </a:lnTo>
                  <a:lnTo>
                    <a:pt x="298729" y="210820"/>
                  </a:lnTo>
                  <a:lnTo>
                    <a:pt x="300101" y="204470"/>
                  </a:lnTo>
                  <a:lnTo>
                    <a:pt x="300101" y="198120"/>
                  </a:lnTo>
                  <a:lnTo>
                    <a:pt x="300101" y="182880"/>
                  </a:lnTo>
                  <a:close/>
                </a:path>
              </a:pathLst>
            </a:custGeom>
            <a:solidFill>
              <a:srgbClr val="1439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12800" y="2729540"/>
            <a:ext cx="2023034" cy="1451038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675"/>
              </a:spcBef>
            </a:pPr>
            <a:r>
              <a:rPr lang="es-MX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Enfoque Integral:</a:t>
            </a:r>
          </a:p>
          <a:p>
            <a:pPr marL="12700" algn="ctr">
              <a:lnSpc>
                <a:spcPct val="100000"/>
              </a:lnSpc>
              <a:spcBef>
                <a:spcPts val="675"/>
              </a:spcBef>
            </a:pPr>
            <a:r>
              <a:rPr lang="es-MX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Promueve la articulación de dimensiones sociales, económicas y ambientales, garantizando soluciones equilibradas y sostenibles.</a:t>
            </a:r>
          </a:p>
          <a:p>
            <a:pPr marL="12700" algn="ctr">
              <a:lnSpc>
                <a:spcPct val="100000"/>
              </a:lnSpc>
              <a:spcBef>
                <a:spcPts val="675"/>
              </a:spcBef>
            </a:pPr>
            <a:endParaRPr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70652" y="2742174"/>
            <a:ext cx="1804670" cy="1530547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75"/>
              </a:spcBef>
            </a:pPr>
            <a:r>
              <a:rPr lang="es-MX" sz="1100" b="1" spc="-20" dirty="0">
                <a:solidFill>
                  <a:srgbClr val="F3F3F3"/>
                </a:solidFill>
                <a:latin typeface="Arial"/>
                <a:cs typeface="Arial"/>
              </a:rPr>
              <a:t>Impacto Positivo A Largo Plazo: </a:t>
            </a:r>
          </a:p>
          <a:p>
            <a:pPr algn="ctr">
              <a:lnSpc>
                <a:spcPct val="100000"/>
              </a:lnSpc>
              <a:spcBef>
                <a:spcPts val="675"/>
              </a:spcBef>
            </a:pPr>
            <a:r>
              <a:rPr lang="es-MX" sz="1100" b="1" spc="-20" dirty="0">
                <a:solidFill>
                  <a:srgbClr val="F3F3F3"/>
                </a:solidFill>
                <a:latin typeface="Arial"/>
                <a:cs typeface="Arial"/>
              </a:rPr>
              <a:t>Asegura que los proyectos generen beneficios duraderos para las comunidades, el medio ambiente y las futuras generaciones.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400800" y="2722783"/>
            <a:ext cx="2438399" cy="1191993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675"/>
              </a:spcBef>
            </a:pPr>
            <a:r>
              <a:rPr lang="es-MX" sz="1100" b="1" spc="-10" dirty="0">
                <a:solidFill>
                  <a:srgbClr val="143978"/>
                </a:solidFill>
                <a:latin typeface="Arial"/>
                <a:cs typeface="Arial"/>
              </a:rPr>
              <a:t>Alineación Con Agendas Globales:</a:t>
            </a:r>
          </a:p>
          <a:p>
            <a:pPr marR="5080" algn="just">
              <a:lnSpc>
                <a:spcPct val="100000"/>
              </a:lnSpc>
              <a:spcBef>
                <a:spcPts val="675"/>
              </a:spcBef>
            </a:pPr>
            <a:r>
              <a:rPr lang="es-MX" sz="1100" spc="-10" dirty="0">
                <a:solidFill>
                  <a:srgbClr val="143978"/>
                </a:solidFill>
                <a:latin typeface="Arial"/>
                <a:cs typeface="Arial"/>
              </a:rPr>
              <a:t> Facilita el acceso a financiamiento, cooperación internacional y legitimidad institucional al contribuir al cumplimiento de compromisos globales como la Agenda 2030.</a:t>
            </a:r>
            <a:endParaRPr sz="900" dirty="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441863" y="2108682"/>
            <a:ext cx="271145" cy="271145"/>
          </a:xfrm>
          <a:custGeom>
            <a:avLst/>
            <a:gdLst/>
            <a:ahLst/>
            <a:cxnLst/>
            <a:rect l="l" t="t" r="r" b="b"/>
            <a:pathLst>
              <a:path w="271145" h="271144">
                <a:moveTo>
                  <a:pt x="185089" y="249669"/>
                </a:moveTo>
                <a:lnTo>
                  <a:pt x="123088" y="249669"/>
                </a:lnTo>
                <a:lnTo>
                  <a:pt x="123088" y="257492"/>
                </a:lnTo>
                <a:lnTo>
                  <a:pt x="185089" y="257492"/>
                </a:lnTo>
                <a:lnTo>
                  <a:pt x="185089" y="249669"/>
                </a:lnTo>
                <a:close/>
              </a:path>
              <a:path w="271145" h="271144">
                <a:moveTo>
                  <a:pt x="207568" y="249669"/>
                </a:moveTo>
                <a:lnTo>
                  <a:pt x="198551" y="249669"/>
                </a:lnTo>
                <a:lnTo>
                  <a:pt x="198551" y="257492"/>
                </a:lnTo>
                <a:lnTo>
                  <a:pt x="207568" y="257492"/>
                </a:lnTo>
                <a:lnTo>
                  <a:pt x="207568" y="249669"/>
                </a:lnTo>
                <a:close/>
              </a:path>
              <a:path w="271145" h="271144">
                <a:moveTo>
                  <a:pt x="222288" y="47447"/>
                </a:moveTo>
                <a:lnTo>
                  <a:pt x="214464" y="47447"/>
                </a:lnTo>
                <a:lnTo>
                  <a:pt x="214464" y="55232"/>
                </a:lnTo>
                <a:lnTo>
                  <a:pt x="222288" y="55232"/>
                </a:lnTo>
                <a:lnTo>
                  <a:pt x="222288" y="47447"/>
                </a:lnTo>
                <a:close/>
              </a:path>
              <a:path w="271145" h="271144">
                <a:moveTo>
                  <a:pt x="222288" y="14681"/>
                </a:moveTo>
                <a:lnTo>
                  <a:pt x="192366" y="14681"/>
                </a:lnTo>
                <a:lnTo>
                  <a:pt x="192366" y="22517"/>
                </a:lnTo>
                <a:lnTo>
                  <a:pt x="214464" y="22517"/>
                </a:lnTo>
                <a:lnTo>
                  <a:pt x="214464" y="37033"/>
                </a:lnTo>
                <a:lnTo>
                  <a:pt x="222288" y="37033"/>
                </a:lnTo>
                <a:lnTo>
                  <a:pt x="222288" y="14681"/>
                </a:lnTo>
                <a:close/>
              </a:path>
              <a:path w="271145" h="271144">
                <a:moveTo>
                  <a:pt x="270548" y="123545"/>
                </a:moveTo>
                <a:lnTo>
                  <a:pt x="262712" y="118529"/>
                </a:lnTo>
                <a:lnTo>
                  <a:pt x="262712" y="131546"/>
                </a:lnTo>
                <a:lnTo>
                  <a:pt x="262712" y="259740"/>
                </a:lnTo>
                <a:lnTo>
                  <a:pt x="253441" y="253758"/>
                </a:lnTo>
                <a:lnTo>
                  <a:pt x="253441" y="263042"/>
                </a:lnTo>
                <a:lnTo>
                  <a:pt x="17056" y="263042"/>
                </a:lnTo>
                <a:lnTo>
                  <a:pt x="22136" y="259740"/>
                </a:lnTo>
                <a:lnTo>
                  <a:pt x="127762" y="190969"/>
                </a:lnTo>
                <a:lnTo>
                  <a:pt x="135102" y="186182"/>
                </a:lnTo>
                <a:lnTo>
                  <a:pt x="253441" y="263042"/>
                </a:lnTo>
                <a:lnTo>
                  <a:pt x="253441" y="253758"/>
                </a:lnTo>
                <a:lnTo>
                  <a:pt x="164007" y="195618"/>
                </a:lnTo>
                <a:lnTo>
                  <a:pt x="171183" y="190969"/>
                </a:lnTo>
                <a:lnTo>
                  <a:pt x="251561" y="138772"/>
                </a:lnTo>
                <a:lnTo>
                  <a:pt x="262712" y="131546"/>
                </a:lnTo>
                <a:lnTo>
                  <a:pt x="262712" y="118529"/>
                </a:lnTo>
                <a:lnTo>
                  <a:pt x="258419" y="115785"/>
                </a:lnTo>
                <a:lnTo>
                  <a:pt x="258419" y="125018"/>
                </a:lnTo>
                <a:lnTo>
                  <a:pt x="237172" y="138772"/>
                </a:lnTo>
                <a:lnTo>
                  <a:pt x="236982" y="138772"/>
                </a:lnTo>
                <a:lnTo>
                  <a:pt x="236982" y="111264"/>
                </a:lnTo>
                <a:lnTo>
                  <a:pt x="258279" y="125018"/>
                </a:lnTo>
                <a:lnTo>
                  <a:pt x="258419" y="125018"/>
                </a:lnTo>
                <a:lnTo>
                  <a:pt x="258419" y="115785"/>
                </a:lnTo>
                <a:lnTo>
                  <a:pt x="251371" y="111264"/>
                </a:lnTo>
                <a:lnTo>
                  <a:pt x="236982" y="101955"/>
                </a:lnTo>
                <a:lnTo>
                  <a:pt x="236982" y="7823"/>
                </a:lnTo>
                <a:lnTo>
                  <a:pt x="236982" y="0"/>
                </a:lnTo>
                <a:lnTo>
                  <a:pt x="229146" y="0"/>
                </a:lnTo>
                <a:lnTo>
                  <a:pt x="229146" y="7823"/>
                </a:lnTo>
                <a:lnTo>
                  <a:pt x="229146" y="143979"/>
                </a:lnTo>
                <a:lnTo>
                  <a:pt x="156819" y="190969"/>
                </a:lnTo>
                <a:lnTo>
                  <a:pt x="149466" y="186182"/>
                </a:lnTo>
                <a:lnTo>
                  <a:pt x="135102" y="176822"/>
                </a:lnTo>
                <a:lnTo>
                  <a:pt x="113411" y="190969"/>
                </a:lnTo>
                <a:lnTo>
                  <a:pt x="113284" y="190969"/>
                </a:lnTo>
                <a:lnTo>
                  <a:pt x="106260" y="186397"/>
                </a:lnTo>
                <a:lnTo>
                  <a:pt x="106260" y="195618"/>
                </a:lnTo>
                <a:lnTo>
                  <a:pt x="7835" y="259740"/>
                </a:lnTo>
                <a:lnTo>
                  <a:pt x="7835" y="131546"/>
                </a:lnTo>
                <a:lnTo>
                  <a:pt x="106133" y="195618"/>
                </a:lnTo>
                <a:lnTo>
                  <a:pt x="106260" y="195618"/>
                </a:lnTo>
                <a:lnTo>
                  <a:pt x="106260" y="186397"/>
                </a:lnTo>
                <a:lnTo>
                  <a:pt x="41021" y="143852"/>
                </a:lnTo>
                <a:lnTo>
                  <a:pt x="41021" y="138772"/>
                </a:lnTo>
                <a:lnTo>
                  <a:pt x="41021" y="111264"/>
                </a:lnTo>
                <a:lnTo>
                  <a:pt x="41021" y="61709"/>
                </a:lnTo>
                <a:lnTo>
                  <a:pt x="94932" y="61709"/>
                </a:lnTo>
                <a:lnTo>
                  <a:pt x="94932" y="53924"/>
                </a:lnTo>
                <a:lnTo>
                  <a:pt x="94932" y="13322"/>
                </a:lnTo>
                <a:lnTo>
                  <a:pt x="94932" y="7823"/>
                </a:lnTo>
                <a:lnTo>
                  <a:pt x="229146" y="7823"/>
                </a:lnTo>
                <a:lnTo>
                  <a:pt x="229146" y="0"/>
                </a:lnTo>
                <a:lnTo>
                  <a:pt x="89395" y="0"/>
                </a:lnTo>
                <a:lnTo>
                  <a:pt x="87109" y="2298"/>
                </a:lnTo>
                <a:lnTo>
                  <a:pt x="87109" y="13322"/>
                </a:lnTo>
                <a:lnTo>
                  <a:pt x="87109" y="53924"/>
                </a:lnTo>
                <a:lnTo>
                  <a:pt x="46558" y="53924"/>
                </a:lnTo>
                <a:lnTo>
                  <a:pt x="87109" y="13322"/>
                </a:lnTo>
                <a:lnTo>
                  <a:pt x="87109" y="2298"/>
                </a:lnTo>
                <a:lnTo>
                  <a:pt x="33235" y="56197"/>
                </a:lnTo>
                <a:lnTo>
                  <a:pt x="33235" y="101955"/>
                </a:lnTo>
                <a:lnTo>
                  <a:pt x="33235" y="111264"/>
                </a:lnTo>
                <a:lnTo>
                  <a:pt x="33235" y="138772"/>
                </a:lnTo>
                <a:lnTo>
                  <a:pt x="22123" y="131546"/>
                </a:lnTo>
                <a:lnTo>
                  <a:pt x="12115" y="125018"/>
                </a:lnTo>
                <a:lnTo>
                  <a:pt x="33235" y="111264"/>
                </a:lnTo>
                <a:lnTo>
                  <a:pt x="33235" y="101955"/>
                </a:lnTo>
                <a:lnTo>
                  <a:pt x="76" y="123545"/>
                </a:lnTo>
                <a:lnTo>
                  <a:pt x="0" y="270878"/>
                </a:lnTo>
                <a:lnTo>
                  <a:pt x="270548" y="270878"/>
                </a:lnTo>
                <a:lnTo>
                  <a:pt x="270548" y="263042"/>
                </a:lnTo>
                <a:lnTo>
                  <a:pt x="270548" y="259740"/>
                </a:lnTo>
                <a:lnTo>
                  <a:pt x="270548" y="131546"/>
                </a:lnTo>
                <a:lnTo>
                  <a:pt x="270548" y="123545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19922F49-9484-140E-D703-0728DECCA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722" y="4095750"/>
            <a:ext cx="902286" cy="8961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91048"/>
            <a:ext cx="8305800" cy="4244457"/>
            <a:chOff x="0" y="911554"/>
            <a:chExt cx="6608996" cy="3623951"/>
          </a:xfrm>
        </p:grpSpPr>
        <p:sp>
          <p:nvSpPr>
            <p:cNvPr id="3" name="object 3"/>
            <p:cNvSpPr/>
            <p:nvPr/>
          </p:nvSpPr>
          <p:spPr>
            <a:xfrm>
              <a:off x="0" y="1080595"/>
              <a:ext cx="2917825" cy="3448050"/>
            </a:xfrm>
            <a:custGeom>
              <a:avLst/>
              <a:gdLst/>
              <a:ahLst/>
              <a:cxnLst/>
              <a:rect l="l" t="t" r="r" b="b"/>
              <a:pathLst>
                <a:path w="2917825" h="3448050">
                  <a:moveTo>
                    <a:pt x="0" y="0"/>
                  </a:moveTo>
                  <a:lnTo>
                    <a:pt x="2055723" y="0"/>
                  </a:lnTo>
                  <a:lnTo>
                    <a:pt x="2917623" y="1723799"/>
                  </a:lnTo>
                  <a:lnTo>
                    <a:pt x="2055723" y="3447598"/>
                  </a:lnTo>
                  <a:lnTo>
                    <a:pt x="0" y="3447598"/>
                  </a:lnTo>
                </a:path>
              </a:pathLst>
            </a:custGeom>
            <a:ln w="19049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13338" y="1536841"/>
              <a:ext cx="2769235" cy="2399665"/>
            </a:xfrm>
            <a:custGeom>
              <a:avLst/>
              <a:gdLst/>
              <a:ahLst/>
              <a:cxnLst/>
              <a:rect l="l" t="t" r="r" b="b"/>
              <a:pathLst>
                <a:path w="2769235" h="2399665">
                  <a:moveTo>
                    <a:pt x="2169224" y="2399098"/>
                  </a:moveTo>
                  <a:lnTo>
                    <a:pt x="599775" y="2399098"/>
                  </a:lnTo>
                  <a:lnTo>
                    <a:pt x="0" y="1199549"/>
                  </a:lnTo>
                  <a:lnTo>
                    <a:pt x="599775" y="0"/>
                  </a:lnTo>
                  <a:lnTo>
                    <a:pt x="2169224" y="0"/>
                  </a:lnTo>
                  <a:lnTo>
                    <a:pt x="2768999" y="1199549"/>
                  </a:lnTo>
                  <a:lnTo>
                    <a:pt x="2169224" y="2399098"/>
                  </a:lnTo>
                  <a:close/>
                </a:path>
              </a:pathLst>
            </a:custGeom>
            <a:solidFill>
              <a:srgbClr val="14397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3994651" y="911554"/>
              <a:ext cx="2614345" cy="1675764"/>
            </a:xfrm>
            <a:custGeom>
              <a:avLst/>
              <a:gdLst/>
              <a:ahLst/>
              <a:cxnLst/>
              <a:rect l="l" t="t" r="r" b="b"/>
              <a:pathLst>
                <a:path w="1933575" h="1675764">
                  <a:moveTo>
                    <a:pt x="1514699" y="1675199"/>
                  </a:moveTo>
                  <a:lnTo>
                    <a:pt x="418799" y="1675199"/>
                  </a:lnTo>
                  <a:lnTo>
                    <a:pt x="0" y="837599"/>
                  </a:lnTo>
                  <a:lnTo>
                    <a:pt x="418799" y="0"/>
                  </a:lnTo>
                  <a:lnTo>
                    <a:pt x="1514699" y="0"/>
                  </a:lnTo>
                  <a:lnTo>
                    <a:pt x="1933499" y="837599"/>
                  </a:lnTo>
                  <a:lnTo>
                    <a:pt x="1514699" y="16751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3994651" y="911554"/>
              <a:ext cx="1933575" cy="1675764"/>
            </a:xfrm>
            <a:custGeom>
              <a:avLst/>
              <a:gdLst/>
              <a:ahLst/>
              <a:cxnLst/>
              <a:rect l="l" t="t" r="r" b="b"/>
              <a:pathLst>
                <a:path w="1933575" h="1675764">
                  <a:moveTo>
                    <a:pt x="0" y="837599"/>
                  </a:moveTo>
                  <a:lnTo>
                    <a:pt x="418799" y="0"/>
                  </a:lnTo>
                  <a:lnTo>
                    <a:pt x="1514699" y="0"/>
                  </a:lnTo>
                  <a:lnTo>
                    <a:pt x="1933499" y="837599"/>
                  </a:lnTo>
                  <a:lnTo>
                    <a:pt x="1514699" y="1675199"/>
                  </a:lnTo>
                  <a:lnTo>
                    <a:pt x="418799" y="1675199"/>
                  </a:lnTo>
                  <a:lnTo>
                    <a:pt x="0" y="837599"/>
                  </a:lnTo>
                  <a:close/>
                </a:path>
              </a:pathLst>
            </a:custGeom>
            <a:ln w="19049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94620" y="2859741"/>
              <a:ext cx="1933575" cy="1675764"/>
            </a:xfrm>
            <a:custGeom>
              <a:avLst/>
              <a:gdLst/>
              <a:ahLst/>
              <a:cxnLst/>
              <a:rect l="l" t="t" r="r" b="b"/>
              <a:pathLst>
                <a:path w="1933575" h="1675764">
                  <a:moveTo>
                    <a:pt x="1514699" y="1675199"/>
                  </a:moveTo>
                  <a:lnTo>
                    <a:pt x="418799" y="1675199"/>
                  </a:lnTo>
                  <a:lnTo>
                    <a:pt x="0" y="837599"/>
                  </a:lnTo>
                  <a:lnTo>
                    <a:pt x="418799" y="0"/>
                  </a:lnTo>
                  <a:lnTo>
                    <a:pt x="1514699" y="0"/>
                  </a:lnTo>
                  <a:lnTo>
                    <a:pt x="1933499" y="837599"/>
                  </a:lnTo>
                  <a:lnTo>
                    <a:pt x="1514699" y="16751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94620" y="2859741"/>
              <a:ext cx="1933575" cy="1675764"/>
            </a:xfrm>
            <a:custGeom>
              <a:avLst/>
              <a:gdLst/>
              <a:ahLst/>
              <a:cxnLst/>
              <a:rect l="l" t="t" r="r" b="b"/>
              <a:pathLst>
                <a:path w="1933575" h="1675764">
                  <a:moveTo>
                    <a:pt x="0" y="837599"/>
                  </a:moveTo>
                  <a:lnTo>
                    <a:pt x="418799" y="0"/>
                  </a:lnTo>
                  <a:lnTo>
                    <a:pt x="1514699" y="0"/>
                  </a:lnTo>
                  <a:lnTo>
                    <a:pt x="1933499" y="837599"/>
                  </a:lnTo>
                  <a:lnTo>
                    <a:pt x="1514699" y="1675199"/>
                  </a:lnTo>
                  <a:lnTo>
                    <a:pt x="418799" y="1675199"/>
                  </a:lnTo>
                  <a:lnTo>
                    <a:pt x="0" y="837599"/>
                  </a:lnTo>
                  <a:close/>
                </a:path>
              </a:pathLst>
            </a:custGeom>
            <a:ln w="19049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03765" y="1911372"/>
              <a:ext cx="222348" cy="22234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753585" y="1856185"/>
              <a:ext cx="439420" cy="424815"/>
            </a:xfrm>
            <a:custGeom>
              <a:avLst/>
              <a:gdLst/>
              <a:ahLst/>
              <a:cxnLst/>
              <a:rect l="l" t="t" r="r" b="b"/>
              <a:pathLst>
                <a:path w="439419" h="424814">
                  <a:moveTo>
                    <a:pt x="373994" y="50134"/>
                  </a:moveTo>
                  <a:lnTo>
                    <a:pt x="355877" y="50134"/>
                  </a:lnTo>
                  <a:lnTo>
                    <a:pt x="394216" y="12619"/>
                  </a:lnTo>
                  <a:lnTo>
                    <a:pt x="375081" y="12619"/>
                  </a:lnTo>
                  <a:lnTo>
                    <a:pt x="375081" y="0"/>
                  </a:lnTo>
                  <a:lnTo>
                    <a:pt x="416095" y="0"/>
                  </a:lnTo>
                  <a:lnTo>
                    <a:pt x="416095" y="21397"/>
                  </a:lnTo>
                  <a:lnTo>
                    <a:pt x="403406" y="21397"/>
                  </a:lnTo>
                  <a:lnTo>
                    <a:pt x="373994" y="50134"/>
                  </a:lnTo>
                  <a:close/>
                </a:path>
                <a:path w="439419" h="424814">
                  <a:moveTo>
                    <a:pt x="50644" y="252316"/>
                  </a:moveTo>
                  <a:lnTo>
                    <a:pt x="33057" y="252316"/>
                  </a:lnTo>
                  <a:lnTo>
                    <a:pt x="43687" y="241276"/>
                  </a:lnTo>
                  <a:lnTo>
                    <a:pt x="24405" y="203061"/>
                  </a:lnTo>
                  <a:lnTo>
                    <a:pt x="16512" y="161801"/>
                  </a:lnTo>
                  <a:lnTo>
                    <a:pt x="20009" y="120048"/>
                  </a:lnTo>
                  <a:lnTo>
                    <a:pt x="34810" y="80584"/>
                  </a:lnTo>
                  <a:lnTo>
                    <a:pt x="34897" y="80351"/>
                  </a:lnTo>
                  <a:lnTo>
                    <a:pt x="61176" y="45264"/>
                  </a:lnTo>
                  <a:lnTo>
                    <a:pt x="111852" y="11625"/>
                  </a:lnTo>
                  <a:lnTo>
                    <a:pt x="169581" y="412"/>
                  </a:lnTo>
                  <a:lnTo>
                    <a:pt x="198890" y="3215"/>
                  </a:lnTo>
                  <a:lnTo>
                    <a:pt x="227323" y="11625"/>
                  </a:lnTo>
                  <a:lnTo>
                    <a:pt x="229999" y="13031"/>
                  </a:lnTo>
                  <a:lnTo>
                    <a:pt x="169606" y="13031"/>
                  </a:lnTo>
                  <a:lnTo>
                    <a:pt x="142696" y="15603"/>
                  </a:lnTo>
                  <a:lnTo>
                    <a:pt x="92141" y="36178"/>
                  </a:lnTo>
                  <a:lnTo>
                    <a:pt x="43757" y="90680"/>
                  </a:lnTo>
                  <a:lnTo>
                    <a:pt x="30589" y="132134"/>
                  </a:lnTo>
                  <a:lnTo>
                    <a:pt x="30661" y="175461"/>
                  </a:lnTo>
                  <a:lnTo>
                    <a:pt x="43757" y="216673"/>
                  </a:lnTo>
                  <a:lnTo>
                    <a:pt x="68904" y="251494"/>
                  </a:lnTo>
                  <a:lnTo>
                    <a:pt x="51437" y="251494"/>
                  </a:lnTo>
                  <a:lnTo>
                    <a:pt x="50644" y="252316"/>
                  </a:lnTo>
                  <a:close/>
                </a:path>
                <a:path w="439419" h="424814">
                  <a:moveTo>
                    <a:pt x="229926" y="294291"/>
                  </a:moveTo>
                  <a:lnTo>
                    <a:pt x="169572" y="294291"/>
                  </a:lnTo>
                  <a:lnTo>
                    <a:pt x="196455" y="291719"/>
                  </a:lnTo>
                  <a:lnTo>
                    <a:pt x="222533" y="284003"/>
                  </a:lnTo>
                  <a:lnTo>
                    <a:pt x="269052" y="253141"/>
                  </a:lnTo>
                  <a:lnTo>
                    <a:pt x="295388" y="216673"/>
                  </a:lnTo>
                  <a:lnTo>
                    <a:pt x="308484" y="175461"/>
                  </a:lnTo>
                  <a:lnTo>
                    <a:pt x="308556" y="132134"/>
                  </a:lnTo>
                  <a:lnTo>
                    <a:pt x="295388" y="90680"/>
                  </a:lnTo>
                  <a:lnTo>
                    <a:pt x="269052" y="54181"/>
                  </a:lnTo>
                  <a:lnTo>
                    <a:pt x="222544" y="23318"/>
                  </a:lnTo>
                  <a:lnTo>
                    <a:pt x="169606" y="13031"/>
                  </a:lnTo>
                  <a:lnTo>
                    <a:pt x="229999" y="13031"/>
                  </a:lnTo>
                  <a:lnTo>
                    <a:pt x="278036" y="45264"/>
                  </a:lnTo>
                  <a:lnTo>
                    <a:pt x="304636" y="80997"/>
                  </a:lnTo>
                  <a:lnTo>
                    <a:pt x="310888" y="94095"/>
                  </a:lnTo>
                  <a:lnTo>
                    <a:pt x="329023" y="94095"/>
                  </a:lnTo>
                  <a:lnTo>
                    <a:pt x="315688" y="107126"/>
                  </a:lnTo>
                  <a:lnTo>
                    <a:pt x="322338" y="141033"/>
                  </a:lnTo>
                  <a:lnTo>
                    <a:pt x="321311" y="175234"/>
                  </a:lnTo>
                  <a:lnTo>
                    <a:pt x="321304" y="175461"/>
                  </a:lnTo>
                  <a:lnTo>
                    <a:pt x="312593" y="209001"/>
                  </a:lnTo>
                  <a:lnTo>
                    <a:pt x="296210" y="240246"/>
                  </a:lnTo>
                  <a:lnTo>
                    <a:pt x="305831" y="250533"/>
                  </a:lnTo>
                  <a:lnTo>
                    <a:pt x="288530" y="250533"/>
                  </a:lnTo>
                  <a:lnTo>
                    <a:pt x="285237" y="254511"/>
                  </a:lnTo>
                  <a:lnTo>
                    <a:pt x="281739" y="258420"/>
                  </a:lnTo>
                  <a:lnTo>
                    <a:pt x="274195" y="265966"/>
                  </a:lnTo>
                  <a:lnTo>
                    <a:pt x="270150" y="269601"/>
                  </a:lnTo>
                  <a:lnTo>
                    <a:pt x="266033" y="272961"/>
                  </a:lnTo>
                  <a:lnTo>
                    <a:pt x="273106" y="280505"/>
                  </a:lnTo>
                  <a:lnTo>
                    <a:pt x="255815" y="280505"/>
                  </a:lnTo>
                  <a:lnTo>
                    <a:pt x="235642" y="292077"/>
                  </a:lnTo>
                  <a:lnTo>
                    <a:pt x="229926" y="294291"/>
                  </a:lnTo>
                  <a:close/>
                </a:path>
                <a:path w="439419" h="424814">
                  <a:moveTo>
                    <a:pt x="416095" y="41013"/>
                  </a:moveTo>
                  <a:lnTo>
                    <a:pt x="403406" y="41013"/>
                  </a:lnTo>
                  <a:lnTo>
                    <a:pt x="403406" y="21397"/>
                  </a:lnTo>
                  <a:lnTo>
                    <a:pt x="416095" y="21397"/>
                  </a:lnTo>
                  <a:lnTo>
                    <a:pt x="416095" y="41013"/>
                  </a:lnTo>
                  <a:close/>
                </a:path>
                <a:path w="439419" h="424814">
                  <a:moveTo>
                    <a:pt x="329023" y="94095"/>
                  </a:moveTo>
                  <a:lnTo>
                    <a:pt x="310888" y="94095"/>
                  </a:lnTo>
                  <a:lnTo>
                    <a:pt x="324741" y="80584"/>
                  </a:lnTo>
                  <a:lnTo>
                    <a:pt x="322958" y="77291"/>
                  </a:lnTo>
                  <a:lnTo>
                    <a:pt x="321930" y="73589"/>
                  </a:lnTo>
                  <a:lnTo>
                    <a:pt x="321930" y="69611"/>
                  </a:lnTo>
                  <a:lnTo>
                    <a:pt x="323701" y="60819"/>
                  </a:lnTo>
                  <a:lnTo>
                    <a:pt x="328531" y="53648"/>
                  </a:lnTo>
                  <a:lnTo>
                    <a:pt x="335703" y="48817"/>
                  </a:lnTo>
                  <a:lnTo>
                    <a:pt x="344494" y="47047"/>
                  </a:lnTo>
                  <a:lnTo>
                    <a:pt x="348609" y="47047"/>
                  </a:lnTo>
                  <a:lnTo>
                    <a:pt x="352517" y="48145"/>
                  </a:lnTo>
                  <a:lnTo>
                    <a:pt x="355877" y="50134"/>
                  </a:lnTo>
                  <a:lnTo>
                    <a:pt x="373994" y="50134"/>
                  </a:lnTo>
                  <a:lnTo>
                    <a:pt x="364588" y="59324"/>
                  </a:lnTo>
                  <a:lnTo>
                    <a:pt x="364763" y="59666"/>
                  </a:lnTo>
                  <a:lnTo>
                    <a:pt x="339006" y="59666"/>
                  </a:lnTo>
                  <a:lnTo>
                    <a:pt x="334549" y="64124"/>
                  </a:lnTo>
                  <a:lnTo>
                    <a:pt x="334549" y="75029"/>
                  </a:lnTo>
                  <a:lnTo>
                    <a:pt x="339006" y="79487"/>
                  </a:lnTo>
                  <a:lnTo>
                    <a:pt x="364526" y="79487"/>
                  </a:lnTo>
                  <a:lnTo>
                    <a:pt x="360431" y="85548"/>
                  </a:lnTo>
                  <a:lnTo>
                    <a:pt x="354683" y="89431"/>
                  </a:lnTo>
                  <a:lnTo>
                    <a:pt x="333795" y="89431"/>
                  </a:lnTo>
                  <a:lnTo>
                    <a:pt x="329023" y="94095"/>
                  </a:lnTo>
                  <a:close/>
                </a:path>
                <a:path w="439419" h="424814">
                  <a:moveTo>
                    <a:pt x="364526" y="79487"/>
                  </a:moveTo>
                  <a:lnTo>
                    <a:pt x="349912" y="79487"/>
                  </a:lnTo>
                  <a:lnTo>
                    <a:pt x="354370" y="75029"/>
                  </a:lnTo>
                  <a:lnTo>
                    <a:pt x="354370" y="64124"/>
                  </a:lnTo>
                  <a:lnTo>
                    <a:pt x="349912" y="59666"/>
                  </a:lnTo>
                  <a:lnTo>
                    <a:pt x="364763" y="59666"/>
                  </a:lnTo>
                  <a:lnTo>
                    <a:pt x="366164" y="62410"/>
                  </a:lnTo>
                  <a:lnTo>
                    <a:pt x="367058" y="65909"/>
                  </a:lnTo>
                  <a:lnTo>
                    <a:pt x="367058" y="69611"/>
                  </a:lnTo>
                  <a:lnTo>
                    <a:pt x="365278" y="78374"/>
                  </a:lnTo>
                  <a:lnTo>
                    <a:pt x="364526" y="79487"/>
                  </a:lnTo>
                  <a:close/>
                </a:path>
                <a:path w="439419" h="424814">
                  <a:moveTo>
                    <a:pt x="344494" y="92175"/>
                  </a:moveTo>
                  <a:lnTo>
                    <a:pt x="340583" y="92175"/>
                  </a:lnTo>
                  <a:lnTo>
                    <a:pt x="336948" y="91214"/>
                  </a:lnTo>
                  <a:lnTo>
                    <a:pt x="333795" y="89431"/>
                  </a:lnTo>
                  <a:lnTo>
                    <a:pt x="354683" y="89431"/>
                  </a:lnTo>
                  <a:lnTo>
                    <a:pt x="353257" y="90395"/>
                  </a:lnTo>
                  <a:lnTo>
                    <a:pt x="344494" y="92175"/>
                  </a:lnTo>
                  <a:close/>
                </a:path>
                <a:path w="439419" h="424814">
                  <a:moveTo>
                    <a:pt x="22563" y="294907"/>
                  </a:moveTo>
                  <a:lnTo>
                    <a:pt x="125" y="272961"/>
                  </a:lnTo>
                  <a:lnTo>
                    <a:pt x="0" y="272343"/>
                  </a:lnTo>
                  <a:lnTo>
                    <a:pt x="1780" y="263552"/>
                  </a:lnTo>
                  <a:lnTo>
                    <a:pt x="6627" y="256380"/>
                  </a:lnTo>
                  <a:lnTo>
                    <a:pt x="13883" y="251494"/>
                  </a:lnTo>
                  <a:lnTo>
                    <a:pt x="14073" y="251494"/>
                  </a:lnTo>
                  <a:lnTo>
                    <a:pt x="22563" y="249779"/>
                  </a:lnTo>
                  <a:lnTo>
                    <a:pt x="26335" y="249779"/>
                  </a:lnTo>
                  <a:lnTo>
                    <a:pt x="29901" y="250670"/>
                  </a:lnTo>
                  <a:lnTo>
                    <a:pt x="33057" y="252316"/>
                  </a:lnTo>
                  <a:lnTo>
                    <a:pt x="50644" y="252316"/>
                  </a:lnTo>
                  <a:lnTo>
                    <a:pt x="42178" y="261096"/>
                  </a:lnTo>
                  <a:lnTo>
                    <a:pt x="42895" y="262398"/>
                  </a:lnTo>
                  <a:lnTo>
                    <a:pt x="17076" y="262398"/>
                  </a:lnTo>
                  <a:lnTo>
                    <a:pt x="12688" y="266857"/>
                  </a:lnTo>
                  <a:lnTo>
                    <a:pt x="12688" y="277761"/>
                  </a:lnTo>
                  <a:lnTo>
                    <a:pt x="17076" y="282220"/>
                  </a:lnTo>
                  <a:lnTo>
                    <a:pt x="42595" y="282220"/>
                  </a:lnTo>
                  <a:lnTo>
                    <a:pt x="38501" y="288280"/>
                  </a:lnTo>
                  <a:lnTo>
                    <a:pt x="31326" y="293127"/>
                  </a:lnTo>
                  <a:lnTo>
                    <a:pt x="22563" y="294907"/>
                  </a:lnTo>
                  <a:close/>
                </a:path>
                <a:path w="439419" h="424814">
                  <a:moveTo>
                    <a:pt x="305539" y="296004"/>
                  </a:moveTo>
                  <a:lnTo>
                    <a:pt x="287638" y="296004"/>
                  </a:lnTo>
                  <a:lnTo>
                    <a:pt x="310063" y="273577"/>
                  </a:lnTo>
                  <a:lnTo>
                    <a:pt x="288530" y="250533"/>
                  </a:lnTo>
                  <a:lnTo>
                    <a:pt x="305831" y="250533"/>
                  </a:lnTo>
                  <a:lnTo>
                    <a:pt x="318980" y="264593"/>
                  </a:lnTo>
                  <a:lnTo>
                    <a:pt x="337395" y="264593"/>
                  </a:lnTo>
                  <a:lnTo>
                    <a:pt x="346137" y="273303"/>
                  </a:lnTo>
                  <a:lnTo>
                    <a:pt x="328240" y="273303"/>
                  </a:lnTo>
                  <a:lnTo>
                    <a:pt x="305539" y="296004"/>
                  </a:lnTo>
                  <a:close/>
                </a:path>
                <a:path w="439419" h="424814">
                  <a:moveTo>
                    <a:pt x="169606" y="306977"/>
                  </a:moveTo>
                  <a:lnTo>
                    <a:pt x="111867" y="295764"/>
                  </a:lnTo>
                  <a:lnTo>
                    <a:pt x="61176" y="262124"/>
                  </a:lnTo>
                  <a:lnTo>
                    <a:pt x="51437" y="251494"/>
                  </a:lnTo>
                  <a:lnTo>
                    <a:pt x="68904" y="251494"/>
                  </a:lnTo>
                  <a:lnTo>
                    <a:pt x="70093" y="253141"/>
                  </a:lnTo>
                  <a:lnTo>
                    <a:pt x="92143" y="271144"/>
                  </a:lnTo>
                  <a:lnTo>
                    <a:pt x="116610" y="284003"/>
                  </a:lnTo>
                  <a:lnTo>
                    <a:pt x="142689" y="291719"/>
                  </a:lnTo>
                  <a:lnTo>
                    <a:pt x="169572" y="294291"/>
                  </a:lnTo>
                  <a:lnTo>
                    <a:pt x="229926" y="294291"/>
                  </a:lnTo>
                  <a:lnTo>
                    <a:pt x="214280" y="300350"/>
                  </a:lnTo>
                  <a:lnTo>
                    <a:pt x="192132" y="305319"/>
                  </a:lnTo>
                  <a:lnTo>
                    <a:pt x="169606" y="306977"/>
                  </a:lnTo>
                  <a:close/>
                </a:path>
                <a:path w="439419" h="424814">
                  <a:moveTo>
                    <a:pt x="337395" y="264593"/>
                  </a:moveTo>
                  <a:lnTo>
                    <a:pt x="318980" y="264593"/>
                  </a:lnTo>
                  <a:lnTo>
                    <a:pt x="328170" y="255403"/>
                  </a:lnTo>
                  <a:lnTo>
                    <a:pt x="337395" y="264593"/>
                  </a:lnTo>
                  <a:close/>
                </a:path>
                <a:path w="439419" h="424814">
                  <a:moveTo>
                    <a:pt x="42595" y="282220"/>
                  </a:moveTo>
                  <a:lnTo>
                    <a:pt x="28051" y="282220"/>
                  </a:lnTo>
                  <a:lnTo>
                    <a:pt x="32439" y="277761"/>
                  </a:lnTo>
                  <a:lnTo>
                    <a:pt x="32439" y="266857"/>
                  </a:lnTo>
                  <a:lnTo>
                    <a:pt x="28051" y="262398"/>
                  </a:lnTo>
                  <a:lnTo>
                    <a:pt x="42895" y="262398"/>
                  </a:lnTo>
                  <a:lnTo>
                    <a:pt x="44030" y="264456"/>
                  </a:lnTo>
                  <a:lnTo>
                    <a:pt x="45128" y="268228"/>
                  </a:lnTo>
                  <a:lnTo>
                    <a:pt x="45002" y="272961"/>
                  </a:lnTo>
                  <a:lnTo>
                    <a:pt x="43470" y="280505"/>
                  </a:lnTo>
                  <a:lnTo>
                    <a:pt x="43348" y="281106"/>
                  </a:lnTo>
                  <a:lnTo>
                    <a:pt x="42595" y="282220"/>
                  </a:lnTo>
                  <a:close/>
                </a:path>
                <a:path w="439419" h="424814">
                  <a:moveTo>
                    <a:pt x="397780" y="406905"/>
                  </a:moveTo>
                  <a:lnTo>
                    <a:pt x="379881" y="406905"/>
                  </a:lnTo>
                  <a:lnTo>
                    <a:pt x="421031" y="365755"/>
                  </a:lnTo>
                  <a:lnTo>
                    <a:pt x="328240" y="273303"/>
                  </a:lnTo>
                  <a:lnTo>
                    <a:pt x="346137" y="273303"/>
                  </a:lnTo>
                  <a:lnTo>
                    <a:pt x="438932" y="365755"/>
                  </a:lnTo>
                  <a:lnTo>
                    <a:pt x="397780" y="406905"/>
                  </a:lnTo>
                  <a:close/>
                </a:path>
                <a:path w="439419" h="424814">
                  <a:moveTo>
                    <a:pt x="379881" y="424803"/>
                  </a:moveTo>
                  <a:lnTo>
                    <a:pt x="269119" y="314454"/>
                  </a:lnTo>
                  <a:lnTo>
                    <a:pt x="278654" y="304988"/>
                  </a:lnTo>
                  <a:lnTo>
                    <a:pt x="255815" y="280505"/>
                  </a:lnTo>
                  <a:lnTo>
                    <a:pt x="273106" y="280505"/>
                  </a:lnTo>
                  <a:lnTo>
                    <a:pt x="287638" y="296004"/>
                  </a:lnTo>
                  <a:lnTo>
                    <a:pt x="305539" y="296004"/>
                  </a:lnTo>
                  <a:lnTo>
                    <a:pt x="287089" y="314454"/>
                  </a:lnTo>
                  <a:lnTo>
                    <a:pt x="379881" y="406905"/>
                  </a:lnTo>
                  <a:lnTo>
                    <a:pt x="397780" y="406905"/>
                  </a:lnTo>
                  <a:lnTo>
                    <a:pt x="379881" y="424803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34760" y="2108679"/>
              <a:ext cx="82300" cy="7304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690545" y="1962505"/>
              <a:ext cx="354965" cy="288290"/>
            </a:xfrm>
            <a:custGeom>
              <a:avLst/>
              <a:gdLst/>
              <a:ahLst/>
              <a:cxnLst/>
              <a:rect l="l" t="t" r="r" b="b"/>
              <a:pathLst>
                <a:path w="354964" h="288289">
                  <a:moveTo>
                    <a:pt x="12687" y="274472"/>
                  </a:moveTo>
                  <a:lnTo>
                    <a:pt x="0" y="274472"/>
                  </a:lnTo>
                  <a:lnTo>
                    <a:pt x="0" y="288251"/>
                  </a:lnTo>
                  <a:lnTo>
                    <a:pt x="12687" y="288251"/>
                  </a:lnTo>
                  <a:lnTo>
                    <a:pt x="12687" y="274472"/>
                  </a:lnTo>
                  <a:close/>
                </a:path>
                <a:path w="354964" h="288289">
                  <a:moveTo>
                    <a:pt x="12687" y="197116"/>
                  </a:moveTo>
                  <a:lnTo>
                    <a:pt x="0" y="197116"/>
                  </a:lnTo>
                  <a:lnTo>
                    <a:pt x="0" y="210959"/>
                  </a:lnTo>
                  <a:lnTo>
                    <a:pt x="12687" y="210959"/>
                  </a:lnTo>
                  <a:lnTo>
                    <a:pt x="12687" y="197116"/>
                  </a:lnTo>
                  <a:close/>
                </a:path>
                <a:path w="354964" h="288289">
                  <a:moveTo>
                    <a:pt x="116992" y="223723"/>
                  </a:moveTo>
                  <a:lnTo>
                    <a:pt x="104305" y="223723"/>
                  </a:lnTo>
                  <a:lnTo>
                    <a:pt x="104305" y="237502"/>
                  </a:lnTo>
                  <a:lnTo>
                    <a:pt x="116992" y="237502"/>
                  </a:lnTo>
                  <a:lnTo>
                    <a:pt x="116992" y="223723"/>
                  </a:lnTo>
                  <a:close/>
                </a:path>
                <a:path w="354964" h="288289">
                  <a:moveTo>
                    <a:pt x="298475" y="109867"/>
                  </a:moveTo>
                  <a:lnTo>
                    <a:pt x="285788" y="109867"/>
                  </a:lnTo>
                  <a:lnTo>
                    <a:pt x="285788" y="123659"/>
                  </a:lnTo>
                  <a:lnTo>
                    <a:pt x="298475" y="123659"/>
                  </a:lnTo>
                  <a:lnTo>
                    <a:pt x="298475" y="109867"/>
                  </a:lnTo>
                  <a:close/>
                </a:path>
                <a:path w="354964" h="288289">
                  <a:moveTo>
                    <a:pt x="312801" y="0"/>
                  </a:moveTo>
                  <a:lnTo>
                    <a:pt x="300189" y="0"/>
                  </a:lnTo>
                  <a:lnTo>
                    <a:pt x="300189" y="13792"/>
                  </a:lnTo>
                  <a:lnTo>
                    <a:pt x="312801" y="13792"/>
                  </a:lnTo>
                  <a:lnTo>
                    <a:pt x="312801" y="0"/>
                  </a:lnTo>
                  <a:close/>
                </a:path>
                <a:path w="354964" h="288289">
                  <a:moveTo>
                    <a:pt x="354774" y="58166"/>
                  </a:moveTo>
                  <a:lnTo>
                    <a:pt x="342087" y="58166"/>
                  </a:lnTo>
                  <a:lnTo>
                    <a:pt x="342087" y="71945"/>
                  </a:lnTo>
                  <a:lnTo>
                    <a:pt x="354774" y="71945"/>
                  </a:lnTo>
                  <a:lnTo>
                    <a:pt x="354774" y="58166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01875" y="1259958"/>
              <a:ext cx="78401" cy="7840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822215" y="1074978"/>
              <a:ext cx="277495" cy="2278380"/>
            </a:xfrm>
            <a:custGeom>
              <a:avLst/>
              <a:gdLst/>
              <a:ahLst/>
              <a:cxnLst/>
              <a:rect l="l" t="t" r="r" b="b"/>
              <a:pathLst>
                <a:path w="277495" h="2278379">
                  <a:moveTo>
                    <a:pt x="9550" y="281584"/>
                  </a:moveTo>
                  <a:lnTo>
                    <a:pt x="927" y="281584"/>
                  </a:lnTo>
                  <a:lnTo>
                    <a:pt x="927" y="291096"/>
                  </a:lnTo>
                  <a:lnTo>
                    <a:pt x="9550" y="291096"/>
                  </a:lnTo>
                  <a:lnTo>
                    <a:pt x="9550" y="281584"/>
                  </a:lnTo>
                  <a:close/>
                </a:path>
                <a:path w="277495" h="2278379">
                  <a:moveTo>
                    <a:pt x="9550" y="119672"/>
                  </a:moveTo>
                  <a:lnTo>
                    <a:pt x="927" y="119672"/>
                  </a:lnTo>
                  <a:lnTo>
                    <a:pt x="927" y="129184"/>
                  </a:lnTo>
                  <a:lnTo>
                    <a:pt x="9550" y="129184"/>
                  </a:lnTo>
                  <a:lnTo>
                    <a:pt x="9550" y="119672"/>
                  </a:lnTo>
                  <a:close/>
                </a:path>
                <a:path w="277495" h="2278379">
                  <a:moveTo>
                    <a:pt x="19164" y="50266"/>
                  </a:moveTo>
                  <a:lnTo>
                    <a:pt x="10490" y="50266"/>
                  </a:lnTo>
                  <a:lnTo>
                    <a:pt x="10490" y="59791"/>
                  </a:lnTo>
                  <a:lnTo>
                    <a:pt x="19164" y="59791"/>
                  </a:lnTo>
                  <a:lnTo>
                    <a:pt x="19164" y="50266"/>
                  </a:lnTo>
                  <a:close/>
                </a:path>
                <a:path w="277495" h="2278379">
                  <a:moveTo>
                    <a:pt x="23012" y="2202192"/>
                  </a:moveTo>
                  <a:lnTo>
                    <a:pt x="14528" y="2202192"/>
                  </a:lnTo>
                  <a:lnTo>
                    <a:pt x="14528" y="2236520"/>
                  </a:lnTo>
                  <a:lnTo>
                    <a:pt x="23012" y="2236520"/>
                  </a:lnTo>
                  <a:lnTo>
                    <a:pt x="23012" y="2202192"/>
                  </a:lnTo>
                  <a:close/>
                </a:path>
                <a:path w="277495" h="2278379">
                  <a:moveTo>
                    <a:pt x="23012" y="2185238"/>
                  </a:moveTo>
                  <a:lnTo>
                    <a:pt x="14528" y="2185238"/>
                  </a:lnTo>
                  <a:lnTo>
                    <a:pt x="14528" y="2193023"/>
                  </a:lnTo>
                  <a:lnTo>
                    <a:pt x="23012" y="2193023"/>
                  </a:lnTo>
                  <a:lnTo>
                    <a:pt x="23012" y="2185238"/>
                  </a:lnTo>
                  <a:close/>
                </a:path>
                <a:path w="277495" h="2278379">
                  <a:moveTo>
                    <a:pt x="27749" y="237642"/>
                  </a:moveTo>
                  <a:lnTo>
                    <a:pt x="19113" y="237642"/>
                  </a:lnTo>
                  <a:lnTo>
                    <a:pt x="19113" y="247167"/>
                  </a:lnTo>
                  <a:lnTo>
                    <a:pt x="27749" y="247167"/>
                  </a:lnTo>
                  <a:lnTo>
                    <a:pt x="27749" y="237642"/>
                  </a:lnTo>
                  <a:close/>
                </a:path>
                <a:path w="277495" h="2278379">
                  <a:moveTo>
                    <a:pt x="47663" y="2143937"/>
                  </a:moveTo>
                  <a:lnTo>
                    <a:pt x="40754" y="2142223"/>
                  </a:lnTo>
                  <a:lnTo>
                    <a:pt x="34556" y="2138832"/>
                  </a:lnTo>
                  <a:lnTo>
                    <a:pt x="29400" y="2134019"/>
                  </a:lnTo>
                  <a:lnTo>
                    <a:pt x="25577" y="2127986"/>
                  </a:lnTo>
                  <a:lnTo>
                    <a:pt x="17919" y="2131517"/>
                  </a:lnTo>
                  <a:lnTo>
                    <a:pt x="22885" y="2139391"/>
                  </a:lnTo>
                  <a:lnTo>
                    <a:pt x="29616" y="2145677"/>
                  </a:lnTo>
                  <a:lnTo>
                    <a:pt x="37693" y="2150084"/>
                  </a:lnTo>
                  <a:lnTo>
                    <a:pt x="46710" y="2152332"/>
                  </a:lnTo>
                  <a:lnTo>
                    <a:pt x="47663" y="2143937"/>
                  </a:lnTo>
                  <a:close/>
                </a:path>
                <a:path w="277495" h="2278379">
                  <a:moveTo>
                    <a:pt x="51752" y="15849"/>
                  </a:moveTo>
                  <a:lnTo>
                    <a:pt x="43078" y="15849"/>
                  </a:lnTo>
                  <a:lnTo>
                    <a:pt x="43078" y="25374"/>
                  </a:lnTo>
                  <a:lnTo>
                    <a:pt x="51752" y="25374"/>
                  </a:lnTo>
                  <a:lnTo>
                    <a:pt x="51752" y="15849"/>
                  </a:lnTo>
                  <a:close/>
                </a:path>
                <a:path w="277495" h="2278379">
                  <a:moveTo>
                    <a:pt x="63106" y="84645"/>
                  </a:moveTo>
                  <a:lnTo>
                    <a:pt x="54419" y="84645"/>
                  </a:lnTo>
                  <a:lnTo>
                    <a:pt x="54419" y="94157"/>
                  </a:lnTo>
                  <a:lnTo>
                    <a:pt x="63106" y="94157"/>
                  </a:lnTo>
                  <a:lnTo>
                    <a:pt x="63106" y="84645"/>
                  </a:lnTo>
                  <a:close/>
                </a:path>
                <a:path w="277495" h="2278379">
                  <a:moveTo>
                    <a:pt x="151244" y="2173414"/>
                  </a:moveTo>
                  <a:lnTo>
                    <a:pt x="145427" y="2167547"/>
                  </a:lnTo>
                  <a:lnTo>
                    <a:pt x="142811" y="2167547"/>
                  </a:lnTo>
                  <a:lnTo>
                    <a:pt x="142811" y="2178088"/>
                  </a:lnTo>
                  <a:lnTo>
                    <a:pt x="142811" y="2183079"/>
                  </a:lnTo>
                  <a:lnTo>
                    <a:pt x="140754" y="2185149"/>
                  </a:lnTo>
                  <a:lnTo>
                    <a:pt x="135712" y="2185149"/>
                  </a:lnTo>
                  <a:lnTo>
                    <a:pt x="133642" y="2183079"/>
                  </a:lnTo>
                  <a:lnTo>
                    <a:pt x="133642" y="2178088"/>
                  </a:lnTo>
                  <a:lnTo>
                    <a:pt x="135712" y="2176018"/>
                  </a:lnTo>
                  <a:lnTo>
                    <a:pt x="140754" y="2176018"/>
                  </a:lnTo>
                  <a:lnTo>
                    <a:pt x="142811" y="2178088"/>
                  </a:lnTo>
                  <a:lnTo>
                    <a:pt x="142811" y="2167547"/>
                  </a:lnTo>
                  <a:lnTo>
                    <a:pt x="131038" y="2167547"/>
                  </a:lnTo>
                  <a:lnTo>
                    <a:pt x="125209" y="2173414"/>
                  </a:lnTo>
                  <a:lnTo>
                    <a:pt x="125209" y="2187752"/>
                  </a:lnTo>
                  <a:lnTo>
                    <a:pt x="131038" y="2193620"/>
                  </a:lnTo>
                  <a:lnTo>
                    <a:pt x="145427" y="2193620"/>
                  </a:lnTo>
                  <a:lnTo>
                    <a:pt x="151244" y="2187752"/>
                  </a:lnTo>
                  <a:lnTo>
                    <a:pt x="151244" y="2185149"/>
                  </a:lnTo>
                  <a:lnTo>
                    <a:pt x="151244" y="2176018"/>
                  </a:lnTo>
                  <a:lnTo>
                    <a:pt x="151244" y="2173414"/>
                  </a:lnTo>
                  <a:close/>
                </a:path>
                <a:path w="277495" h="2278379">
                  <a:moveTo>
                    <a:pt x="200787" y="2255088"/>
                  </a:moveTo>
                  <a:lnTo>
                    <a:pt x="191122" y="2255088"/>
                  </a:lnTo>
                  <a:lnTo>
                    <a:pt x="191122" y="2263559"/>
                  </a:lnTo>
                  <a:lnTo>
                    <a:pt x="200787" y="2263559"/>
                  </a:lnTo>
                  <a:lnTo>
                    <a:pt x="200787" y="2255088"/>
                  </a:lnTo>
                  <a:close/>
                </a:path>
                <a:path w="277495" h="2278379">
                  <a:moveTo>
                    <a:pt x="200825" y="30810"/>
                  </a:moveTo>
                  <a:lnTo>
                    <a:pt x="192189" y="30810"/>
                  </a:lnTo>
                  <a:lnTo>
                    <a:pt x="192189" y="40322"/>
                  </a:lnTo>
                  <a:lnTo>
                    <a:pt x="200825" y="40322"/>
                  </a:lnTo>
                  <a:lnTo>
                    <a:pt x="200825" y="30810"/>
                  </a:lnTo>
                  <a:close/>
                </a:path>
                <a:path w="277495" h="2278379">
                  <a:moveTo>
                    <a:pt x="207657" y="2056638"/>
                  </a:moveTo>
                  <a:lnTo>
                    <a:pt x="195376" y="2056638"/>
                  </a:lnTo>
                  <a:lnTo>
                    <a:pt x="195376" y="2065108"/>
                  </a:lnTo>
                  <a:lnTo>
                    <a:pt x="207657" y="2065108"/>
                  </a:lnTo>
                  <a:lnTo>
                    <a:pt x="207657" y="2056638"/>
                  </a:lnTo>
                  <a:close/>
                </a:path>
                <a:path w="277495" h="2278379">
                  <a:moveTo>
                    <a:pt x="213436" y="276847"/>
                  </a:moveTo>
                  <a:lnTo>
                    <a:pt x="204800" y="276847"/>
                  </a:lnTo>
                  <a:lnTo>
                    <a:pt x="204800" y="286359"/>
                  </a:lnTo>
                  <a:lnTo>
                    <a:pt x="213436" y="286359"/>
                  </a:lnTo>
                  <a:lnTo>
                    <a:pt x="213436" y="276847"/>
                  </a:lnTo>
                  <a:close/>
                </a:path>
                <a:path w="277495" h="2278379">
                  <a:moveTo>
                    <a:pt x="220472" y="248894"/>
                  </a:moveTo>
                  <a:lnTo>
                    <a:pt x="215074" y="242100"/>
                  </a:lnTo>
                  <a:lnTo>
                    <a:pt x="212407" y="244208"/>
                  </a:lnTo>
                  <a:lnTo>
                    <a:pt x="209638" y="246227"/>
                  </a:lnTo>
                  <a:lnTo>
                    <a:pt x="206768" y="248056"/>
                  </a:lnTo>
                  <a:lnTo>
                    <a:pt x="211467" y="255320"/>
                  </a:lnTo>
                  <a:lnTo>
                    <a:pt x="214553" y="253352"/>
                  </a:lnTo>
                  <a:lnTo>
                    <a:pt x="217563" y="251155"/>
                  </a:lnTo>
                  <a:lnTo>
                    <a:pt x="220472" y="248894"/>
                  </a:lnTo>
                  <a:close/>
                </a:path>
                <a:path w="277495" h="2278379">
                  <a:moveTo>
                    <a:pt x="244894" y="120929"/>
                  </a:moveTo>
                  <a:lnTo>
                    <a:pt x="242811" y="110705"/>
                  </a:lnTo>
                  <a:lnTo>
                    <a:pt x="237782" y="103251"/>
                  </a:lnTo>
                  <a:lnTo>
                    <a:pt x="237159" y="102323"/>
                  </a:lnTo>
                  <a:lnTo>
                    <a:pt x="236220" y="101688"/>
                  </a:lnTo>
                  <a:lnTo>
                    <a:pt x="236220" y="111175"/>
                  </a:lnTo>
                  <a:lnTo>
                    <a:pt x="236220" y="130683"/>
                  </a:lnTo>
                  <a:lnTo>
                    <a:pt x="228295" y="138658"/>
                  </a:lnTo>
                  <a:lnTo>
                    <a:pt x="208788" y="138658"/>
                  </a:lnTo>
                  <a:lnTo>
                    <a:pt x="200825" y="130683"/>
                  </a:lnTo>
                  <a:lnTo>
                    <a:pt x="200825" y="111175"/>
                  </a:lnTo>
                  <a:lnTo>
                    <a:pt x="208788" y="103251"/>
                  </a:lnTo>
                  <a:lnTo>
                    <a:pt x="228295" y="103251"/>
                  </a:lnTo>
                  <a:lnTo>
                    <a:pt x="236220" y="111175"/>
                  </a:lnTo>
                  <a:lnTo>
                    <a:pt x="236220" y="101688"/>
                  </a:lnTo>
                  <a:lnTo>
                    <a:pt x="228777" y="96659"/>
                  </a:lnTo>
                  <a:lnTo>
                    <a:pt x="218541" y="94576"/>
                  </a:lnTo>
                  <a:lnTo>
                    <a:pt x="208292" y="96659"/>
                  </a:lnTo>
                  <a:lnTo>
                    <a:pt x="199923" y="102323"/>
                  </a:lnTo>
                  <a:lnTo>
                    <a:pt x="194271" y="110705"/>
                  </a:lnTo>
                  <a:lnTo>
                    <a:pt x="194170" y="111175"/>
                  </a:lnTo>
                  <a:lnTo>
                    <a:pt x="192189" y="120929"/>
                  </a:lnTo>
                  <a:lnTo>
                    <a:pt x="194271" y="131178"/>
                  </a:lnTo>
                  <a:lnTo>
                    <a:pt x="199923" y="139560"/>
                  </a:lnTo>
                  <a:lnTo>
                    <a:pt x="208292" y="145211"/>
                  </a:lnTo>
                  <a:lnTo>
                    <a:pt x="218541" y="147281"/>
                  </a:lnTo>
                  <a:lnTo>
                    <a:pt x="228777" y="145211"/>
                  </a:lnTo>
                  <a:lnTo>
                    <a:pt x="237159" y="139560"/>
                  </a:lnTo>
                  <a:lnTo>
                    <a:pt x="237769" y="138658"/>
                  </a:lnTo>
                  <a:lnTo>
                    <a:pt x="242811" y="131178"/>
                  </a:lnTo>
                  <a:lnTo>
                    <a:pt x="242912" y="130683"/>
                  </a:lnTo>
                  <a:lnTo>
                    <a:pt x="244894" y="120929"/>
                  </a:lnTo>
                  <a:close/>
                </a:path>
                <a:path w="277495" h="2278379">
                  <a:moveTo>
                    <a:pt x="244894" y="8483"/>
                  </a:moveTo>
                  <a:lnTo>
                    <a:pt x="236220" y="8483"/>
                  </a:lnTo>
                  <a:lnTo>
                    <a:pt x="236220" y="18008"/>
                  </a:lnTo>
                  <a:lnTo>
                    <a:pt x="244894" y="18008"/>
                  </a:lnTo>
                  <a:lnTo>
                    <a:pt x="244894" y="8483"/>
                  </a:lnTo>
                  <a:close/>
                </a:path>
                <a:path w="277495" h="2278379">
                  <a:moveTo>
                    <a:pt x="259156" y="189395"/>
                  </a:moveTo>
                  <a:lnTo>
                    <a:pt x="250761" y="187236"/>
                  </a:lnTo>
                  <a:lnTo>
                    <a:pt x="246837" y="199275"/>
                  </a:lnTo>
                  <a:lnTo>
                    <a:pt x="241452" y="210731"/>
                  </a:lnTo>
                  <a:lnTo>
                    <a:pt x="234696" y="221462"/>
                  </a:lnTo>
                  <a:lnTo>
                    <a:pt x="226656" y="231317"/>
                  </a:lnTo>
                  <a:lnTo>
                    <a:pt x="233032" y="237172"/>
                  </a:lnTo>
                  <a:lnTo>
                    <a:pt x="241757" y="226517"/>
                  </a:lnTo>
                  <a:lnTo>
                    <a:pt x="249059" y="214884"/>
                  </a:lnTo>
                  <a:lnTo>
                    <a:pt x="254889" y="202463"/>
                  </a:lnTo>
                  <a:lnTo>
                    <a:pt x="259156" y="189395"/>
                  </a:lnTo>
                  <a:close/>
                </a:path>
                <a:path w="277495" h="2278379">
                  <a:moveTo>
                    <a:pt x="261924" y="2231199"/>
                  </a:moveTo>
                  <a:lnTo>
                    <a:pt x="253453" y="2231199"/>
                  </a:lnTo>
                  <a:lnTo>
                    <a:pt x="253453" y="2255088"/>
                  </a:lnTo>
                  <a:lnTo>
                    <a:pt x="208902" y="2255088"/>
                  </a:lnTo>
                  <a:lnTo>
                    <a:pt x="208902" y="2263559"/>
                  </a:lnTo>
                  <a:lnTo>
                    <a:pt x="261924" y="2263559"/>
                  </a:lnTo>
                  <a:lnTo>
                    <a:pt x="261924" y="2231199"/>
                  </a:lnTo>
                  <a:close/>
                </a:path>
                <a:path w="277495" h="2278379">
                  <a:moveTo>
                    <a:pt x="261924" y="2056638"/>
                  </a:moveTo>
                  <a:lnTo>
                    <a:pt x="222973" y="2056638"/>
                  </a:lnTo>
                  <a:lnTo>
                    <a:pt x="222973" y="2065108"/>
                  </a:lnTo>
                  <a:lnTo>
                    <a:pt x="253453" y="2065108"/>
                  </a:lnTo>
                  <a:lnTo>
                    <a:pt x="253453" y="2080971"/>
                  </a:lnTo>
                  <a:lnTo>
                    <a:pt x="261924" y="2080971"/>
                  </a:lnTo>
                  <a:lnTo>
                    <a:pt x="261924" y="2056638"/>
                  </a:lnTo>
                  <a:close/>
                </a:path>
                <a:path w="277495" h="2278379">
                  <a:moveTo>
                    <a:pt x="268770" y="281584"/>
                  </a:moveTo>
                  <a:lnTo>
                    <a:pt x="260096" y="281584"/>
                  </a:lnTo>
                  <a:lnTo>
                    <a:pt x="260096" y="291096"/>
                  </a:lnTo>
                  <a:lnTo>
                    <a:pt x="268770" y="291096"/>
                  </a:lnTo>
                  <a:lnTo>
                    <a:pt x="268770" y="281584"/>
                  </a:lnTo>
                  <a:close/>
                </a:path>
                <a:path w="277495" h="2278379">
                  <a:moveTo>
                    <a:pt x="268770" y="36995"/>
                  </a:moveTo>
                  <a:lnTo>
                    <a:pt x="260096" y="36995"/>
                  </a:lnTo>
                  <a:lnTo>
                    <a:pt x="260096" y="46520"/>
                  </a:lnTo>
                  <a:lnTo>
                    <a:pt x="268770" y="46520"/>
                  </a:lnTo>
                  <a:lnTo>
                    <a:pt x="268770" y="36995"/>
                  </a:lnTo>
                  <a:close/>
                </a:path>
                <a:path w="277495" h="2278379">
                  <a:moveTo>
                    <a:pt x="276453" y="2042109"/>
                  </a:moveTo>
                  <a:lnTo>
                    <a:pt x="267970" y="2042109"/>
                  </a:lnTo>
                  <a:lnTo>
                    <a:pt x="267970" y="2050580"/>
                  </a:lnTo>
                  <a:lnTo>
                    <a:pt x="267970" y="2117636"/>
                  </a:lnTo>
                  <a:lnTo>
                    <a:pt x="267970" y="2145271"/>
                  </a:lnTo>
                  <a:lnTo>
                    <a:pt x="267970" y="2269604"/>
                  </a:lnTo>
                  <a:lnTo>
                    <a:pt x="8483" y="2269604"/>
                  </a:lnTo>
                  <a:lnTo>
                    <a:pt x="8483" y="2145271"/>
                  </a:lnTo>
                  <a:lnTo>
                    <a:pt x="16243" y="2154237"/>
                  </a:lnTo>
                  <a:lnTo>
                    <a:pt x="25908" y="2161133"/>
                  </a:lnTo>
                  <a:lnTo>
                    <a:pt x="37109" y="2165566"/>
                  </a:lnTo>
                  <a:lnTo>
                    <a:pt x="49453" y="2167128"/>
                  </a:lnTo>
                  <a:lnTo>
                    <a:pt x="114300" y="2167128"/>
                  </a:lnTo>
                  <a:lnTo>
                    <a:pt x="114300" y="2205215"/>
                  </a:lnTo>
                  <a:lnTo>
                    <a:pt x="162153" y="2205215"/>
                  </a:lnTo>
                  <a:lnTo>
                    <a:pt x="162153" y="2196744"/>
                  </a:lnTo>
                  <a:lnTo>
                    <a:pt x="162153" y="2167128"/>
                  </a:lnTo>
                  <a:lnTo>
                    <a:pt x="226999" y="2167128"/>
                  </a:lnTo>
                  <a:lnTo>
                    <a:pt x="239344" y="2165566"/>
                  </a:lnTo>
                  <a:lnTo>
                    <a:pt x="250545" y="2161133"/>
                  </a:lnTo>
                  <a:lnTo>
                    <a:pt x="254025" y="2158657"/>
                  </a:lnTo>
                  <a:lnTo>
                    <a:pt x="260223" y="2154237"/>
                  </a:lnTo>
                  <a:lnTo>
                    <a:pt x="267970" y="2145271"/>
                  </a:lnTo>
                  <a:lnTo>
                    <a:pt x="267970" y="2117636"/>
                  </a:lnTo>
                  <a:lnTo>
                    <a:pt x="264756" y="2133600"/>
                  </a:lnTo>
                  <a:lnTo>
                    <a:pt x="255968" y="2146630"/>
                  </a:lnTo>
                  <a:lnTo>
                    <a:pt x="242938" y="2155431"/>
                  </a:lnTo>
                  <a:lnTo>
                    <a:pt x="226999" y="2158657"/>
                  </a:lnTo>
                  <a:lnTo>
                    <a:pt x="162153" y="2158657"/>
                  </a:lnTo>
                  <a:lnTo>
                    <a:pt x="162153" y="2129002"/>
                  </a:lnTo>
                  <a:lnTo>
                    <a:pt x="162153" y="2120569"/>
                  </a:lnTo>
                  <a:lnTo>
                    <a:pt x="153720" y="2120569"/>
                  </a:lnTo>
                  <a:lnTo>
                    <a:pt x="153720" y="2129002"/>
                  </a:lnTo>
                  <a:lnTo>
                    <a:pt x="153720" y="2196744"/>
                  </a:lnTo>
                  <a:lnTo>
                    <a:pt x="122732" y="2196744"/>
                  </a:lnTo>
                  <a:lnTo>
                    <a:pt x="122732" y="2158657"/>
                  </a:lnTo>
                  <a:lnTo>
                    <a:pt x="122732" y="2129002"/>
                  </a:lnTo>
                  <a:lnTo>
                    <a:pt x="153720" y="2129002"/>
                  </a:lnTo>
                  <a:lnTo>
                    <a:pt x="153720" y="2120569"/>
                  </a:lnTo>
                  <a:lnTo>
                    <a:pt x="114300" y="2120569"/>
                  </a:lnTo>
                  <a:lnTo>
                    <a:pt x="114300" y="2158657"/>
                  </a:lnTo>
                  <a:lnTo>
                    <a:pt x="49453" y="2158657"/>
                  </a:lnTo>
                  <a:lnTo>
                    <a:pt x="11709" y="2133600"/>
                  </a:lnTo>
                  <a:lnTo>
                    <a:pt x="8483" y="2117636"/>
                  </a:lnTo>
                  <a:lnTo>
                    <a:pt x="8483" y="2050580"/>
                  </a:lnTo>
                  <a:lnTo>
                    <a:pt x="267970" y="2050580"/>
                  </a:lnTo>
                  <a:lnTo>
                    <a:pt x="267970" y="2042109"/>
                  </a:lnTo>
                  <a:lnTo>
                    <a:pt x="199923" y="2042109"/>
                  </a:lnTo>
                  <a:lnTo>
                    <a:pt x="194538" y="2019706"/>
                  </a:lnTo>
                  <a:lnTo>
                    <a:pt x="191439" y="2015350"/>
                  </a:lnTo>
                  <a:lnTo>
                    <a:pt x="191439" y="2042109"/>
                  </a:lnTo>
                  <a:lnTo>
                    <a:pt x="177507" y="2042109"/>
                  </a:lnTo>
                  <a:lnTo>
                    <a:pt x="173685" y="2028342"/>
                  </a:lnTo>
                  <a:lnTo>
                    <a:pt x="169024" y="2022106"/>
                  </a:lnTo>
                  <a:lnTo>
                    <a:pt x="169024" y="2042109"/>
                  </a:lnTo>
                  <a:lnTo>
                    <a:pt x="107429" y="2042109"/>
                  </a:lnTo>
                  <a:lnTo>
                    <a:pt x="110578" y="2031644"/>
                  </a:lnTo>
                  <a:lnTo>
                    <a:pt x="117081" y="2023186"/>
                  </a:lnTo>
                  <a:lnTo>
                    <a:pt x="126174" y="2017534"/>
                  </a:lnTo>
                  <a:lnTo>
                    <a:pt x="137083" y="2015477"/>
                  </a:lnTo>
                  <a:lnTo>
                    <a:pt x="139369" y="2015477"/>
                  </a:lnTo>
                  <a:lnTo>
                    <a:pt x="150266" y="2017534"/>
                  </a:lnTo>
                  <a:lnTo>
                    <a:pt x="159359" y="2023186"/>
                  </a:lnTo>
                  <a:lnTo>
                    <a:pt x="165874" y="2031644"/>
                  </a:lnTo>
                  <a:lnTo>
                    <a:pt x="169024" y="2042109"/>
                  </a:lnTo>
                  <a:lnTo>
                    <a:pt x="169024" y="2022106"/>
                  </a:lnTo>
                  <a:lnTo>
                    <a:pt x="165354" y="2017191"/>
                  </a:lnTo>
                  <a:lnTo>
                    <a:pt x="162636" y="2015477"/>
                  </a:lnTo>
                  <a:lnTo>
                    <a:pt x="153555" y="2009724"/>
                  </a:lnTo>
                  <a:lnTo>
                    <a:pt x="139369" y="2006993"/>
                  </a:lnTo>
                  <a:lnTo>
                    <a:pt x="137083" y="2006993"/>
                  </a:lnTo>
                  <a:lnTo>
                    <a:pt x="122897" y="2009724"/>
                  </a:lnTo>
                  <a:lnTo>
                    <a:pt x="111112" y="2017191"/>
                  </a:lnTo>
                  <a:lnTo>
                    <a:pt x="102768" y="2028342"/>
                  </a:lnTo>
                  <a:lnTo>
                    <a:pt x="98945" y="2042109"/>
                  </a:lnTo>
                  <a:lnTo>
                    <a:pt x="85013" y="2042109"/>
                  </a:lnTo>
                  <a:lnTo>
                    <a:pt x="89712" y="2023008"/>
                  </a:lnTo>
                  <a:lnTo>
                    <a:pt x="100850" y="2007489"/>
                  </a:lnTo>
                  <a:lnTo>
                    <a:pt x="116903" y="1997062"/>
                  </a:lnTo>
                  <a:lnTo>
                    <a:pt x="136347" y="1993252"/>
                  </a:lnTo>
                  <a:lnTo>
                    <a:pt x="140106" y="1993252"/>
                  </a:lnTo>
                  <a:lnTo>
                    <a:pt x="175602" y="2007489"/>
                  </a:lnTo>
                  <a:lnTo>
                    <a:pt x="191439" y="2042109"/>
                  </a:lnTo>
                  <a:lnTo>
                    <a:pt x="191439" y="2015350"/>
                  </a:lnTo>
                  <a:lnTo>
                    <a:pt x="181584" y="2001494"/>
                  </a:lnTo>
                  <a:lnTo>
                    <a:pt x="168960" y="1993252"/>
                  </a:lnTo>
                  <a:lnTo>
                    <a:pt x="162839" y="1989251"/>
                  </a:lnTo>
                  <a:lnTo>
                    <a:pt x="140106" y="1984768"/>
                  </a:lnTo>
                  <a:lnTo>
                    <a:pt x="136347" y="1984768"/>
                  </a:lnTo>
                  <a:lnTo>
                    <a:pt x="113614" y="1989251"/>
                  </a:lnTo>
                  <a:lnTo>
                    <a:pt x="94881" y="2001494"/>
                  </a:lnTo>
                  <a:lnTo>
                    <a:pt x="81927" y="2019706"/>
                  </a:lnTo>
                  <a:lnTo>
                    <a:pt x="76542" y="2042109"/>
                  </a:lnTo>
                  <a:lnTo>
                    <a:pt x="0" y="2042109"/>
                  </a:lnTo>
                  <a:lnTo>
                    <a:pt x="0" y="2278088"/>
                  </a:lnTo>
                  <a:lnTo>
                    <a:pt x="276453" y="2278088"/>
                  </a:lnTo>
                  <a:lnTo>
                    <a:pt x="276453" y="2269604"/>
                  </a:lnTo>
                  <a:lnTo>
                    <a:pt x="276453" y="2145271"/>
                  </a:lnTo>
                  <a:lnTo>
                    <a:pt x="276453" y="2050580"/>
                  </a:lnTo>
                  <a:lnTo>
                    <a:pt x="276453" y="2042109"/>
                  </a:lnTo>
                  <a:close/>
                </a:path>
                <a:path w="277495" h="2278379">
                  <a:moveTo>
                    <a:pt x="277393" y="235953"/>
                  </a:moveTo>
                  <a:lnTo>
                    <a:pt x="268770" y="235953"/>
                  </a:lnTo>
                  <a:lnTo>
                    <a:pt x="268770" y="245478"/>
                  </a:lnTo>
                  <a:lnTo>
                    <a:pt x="277393" y="245478"/>
                  </a:lnTo>
                  <a:lnTo>
                    <a:pt x="277393" y="235953"/>
                  </a:lnTo>
                  <a:close/>
                </a:path>
                <a:path w="277495" h="2278379">
                  <a:moveTo>
                    <a:pt x="277393" y="107950"/>
                  </a:moveTo>
                  <a:lnTo>
                    <a:pt x="268770" y="107950"/>
                  </a:lnTo>
                  <a:lnTo>
                    <a:pt x="268770" y="116840"/>
                  </a:lnTo>
                  <a:lnTo>
                    <a:pt x="268770" y="123190"/>
                  </a:lnTo>
                  <a:lnTo>
                    <a:pt x="257797" y="123190"/>
                  </a:lnTo>
                  <a:lnTo>
                    <a:pt x="257136" y="127000"/>
                  </a:lnTo>
                  <a:lnTo>
                    <a:pt x="256146" y="133350"/>
                  </a:lnTo>
                  <a:lnTo>
                    <a:pt x="254000" y="138430"/>
                  </a:lnTo>
                  <a:lnTo>
                    <a:pt x="250710" y="142240"/>
                  </a:lnTo>
                  <a:lnTo>
                    <a:pt x="248653" y="146050"/>
                  </a:lnTo>
                  <a:lnTo>
                    <a:pt x="256438" y="153670"/>
                  </a:lnTo>
                  <a:lnTo>
                    <a:pt x="251650" y="158750"/>
                  </a:lnTo>
                  <a:lnTo>
                    <a:pt x="243916" y="149860"/>
                  </a:lnTo>
                  <a:lnTo>
                    <a:pt x="240919" y="152400"/>
                  </a:lnTo>
                  <a:lnTo>
                    <a:pt x="236270" y="156210"/>
                  </a:lnTo>
                  <a:lnTo>
                    <a:pt x="231063" y="157480"/>
                  </a:lnTo>
                  <a:lnTo>
                    <a:pt x="225437" y="158750"/>
                  </a:lnTo>
                  <a:lnTo>
                    <a:pt x="221869" y="160020"/>
                  </a:lnTo>
                  <a:lnTo>
                    <a:pt x="221869" y="170180"/>
                  </a:lnTo>
                  <a:lnTo>
                    <a:pt x="215163" y="170180"/>
                  </a:lnTo>
                  <a:lnTo>
                    <a:pt x="215163" y="161290"/>
                  </a:lnTo>
                  <a:lnTo>
                    <a:pt x="215163" y="160020"/>
                  </a:lnTo>
                  <a:lnTo>
                    <a:pt x="211607" y="158750"/>
                  </a:lnTo>
                  <a:lnTo>
                    <a:pt x="206019" y="157480"/>
                  </a:lnTo>
                  <a:lnTo>
                    <a:pt x="200825" y="156210"/>
                  </a:lnTo>
                  <a:lnTo>
                    <a:pt x="196126" y="152400"/>
                  </a:lnTo>
                  <a:lnTo>
                    <a:pt x="193128" y="149860"/>
                  </a:lnTo>
                  <a:lnTo>
                    <a:pt x="185915" y="158153"/>
                  </a:lnTo>
                  <a:lnTo>
                    <a:pt x="185915" y="170180"/>
                  </a:lnTo>
                  <a:lnTo>
                    <a:pt x="185915" y="209550"/>
                  </a:lnTo>
                  <a:lnTo>
                    <a:pt x="185915" y="218440"/>
                  </a:lnTo>
                  <a:lnTo>
                    <a:pt x="185915" y="229870"/>
                  </a:lnTo>
                  <a:lnTo>
                    <a:pt x="171513" y="229870"/>
                  </a:lnTo>
                  <a:lnTo>
                    <a:pt x="170853" y="232410"/>
                  </a:lnTo>
                  <a:lnTo>
                    <a:pt x="169545" y="240030"/>
                  </a:lnTo>
                  <a:lnTo>
                    <a:pt x="166636" y="247650"/>
                  </a:lnTo>
                  <a:lnTo>
                    <a:pt x="162229" y="254000"/>
                  </a:lnTo>
                  <a:lnTo>
                    <a:pt x="160159" y="256540"/>
                  </a:lnTo>
                  <a:lnTo>
                    <a:pt x="170484" y="266700"/>
                  </a:lnTo>
                  <a:lnTo>
                    <a:pt x="162369" y="275590"/>
                  </a:lnTo>
                  <a:lnTo>
                    <a:pt x="152057" y="265430"/>
                  </a:lnTo>
                  <a:lnTo>
                    <a:pt x="149047" y="266700"/>
                  </a:lnTo>
                  <a:lnTo>
                    <a:pt x="142773" y="271780"/>
                  </a:lnTo>
                  <a:lnTo>
                    <a:pt x="135788" y="274320"/>
                  </a:lnTo>
                  <a:lnTo>
                    <a:pt x="128231" y="275590"/>
                  </a:lnTo>
                  <a:lnTo>
                    <a:pt x="124663" y="275590"/>
                  </a:lnTo>
                  <a:lnTo>
                    <a:pt x="124663" y="290830"/>
                  </a:lnTo>
                  <a:lnTo>
                    <a:pt x="113182" y="290830"/>
                  </a:lnTo>
                  <a:lnTo>
                    <a:pt x="113182" y="275590"/>
                  </a:lnTo>
                  <a:lnTo>
                    <a:pt x="109613" y="275590"/>
                  </a:lnTo>
                  <a:lnTo>
                    <a:pt x="102120" y="274320"/>
                  </a:lnTo>
                  <a:lnTo>
                    <a:pt x="95084" y="271780"/>
                  </a:lnTo>
                  <a:lnTo>
                    <a:pt x="85839" y="265430"/>
                  </a:lnTo>
                  <a:lnTo>
                    <a:pt x="75476" y="275590"/>
                  </a:lnTo>
                  <a:lnTo>
                    <a:pt x="67373" y="266700"/>
                  </a:lnTo>
                  <a:lnTo>
                    <a:pt x="77685" y="256540"/>
                  </a:lnTo>
                  <a:lnTo>
                    <a:pt x="75615" y="254000"/>
                  </a:lnTo>
                  <a:lnTo>
                    <a:pt x="71208" y="247650"/>
                  </a:lnTo>
                  <a:lnTo>
                    <a:pt x="68351" y="240030"/>
                  </a:lnTo>
                  <a:lnTo>
                    <a:pt x="66332" y="229870"/>
                  </a:lnTo>
                  <a:lnTo>
                    <a:pt x="51943" y="229870"/>
                  </a:lnTo>
                  <a:lnTo>
                    <a:pt x="51943" y="218440"/>
                  </a:lnTo>
                  <a:lnTo>
                    <a:pt x="66332" y="218440"/>
                  </a:lnTo>
                  <a:lnTo>
                    <a:pt x="67906" y="209550"/>
                  </a:lnTo>
                  <a:lnTo>
                    <a:pt x="68351" y="207010"/>
                  </a:lnTo>
                  <a:lnTo>
                    <a:pt x="71208" y="199390"/>
                  </a:lnTo>
                  <a:lnTo>
                    <a:pt x="77685" y="190500"/>
                  </a:lnTo>
                  <a:lnTo>
                    <a:pt x="67373" y="180340"/>
                  </a:lnTo>
                  <a:lnTo>
                    <a:pt x="75476" y="171450"/>
                  </a:lnTo>
                  <a:lnTo>
                    <a:pt x="85839" y="182880"/>
                  </a:lnTo>
                  <a:lnTo>
                    <a:pt x="95084" y="176530"/>
                  </a:lnTo>
                  <a:lnTo>
                    <a:pt x="102120" y="172720"/>
                  </a:lnTo>
                  <a:lnTo>
                    <a:pt x="113182" y="171450"/>
                  </a:lnTo>
                  <a:lnTo>
                    <a:pt x="113182" y="156210"/>
                  </a:lnTo>
                  <a:lnTo>
                    <a:pt x="124663" y="156210"/>
                  </a:lnTo>
                  <a:lnTo>
                    <a:pt x="124663" y="171450"/>
                  </a:lnTo>
                  <a:lnTo>
                    <a:pt x="135788" y="172720"/>
                  </a:lnTo>
                  <a:lnTo>
                    <a:pt x="142773" y="176530"/>
                  </a:lnTo>
                  <a:lnTo>
                    <a:pt x="152057" y="182880"/>
                  </a:lnTo>
                  <a:lnTo>
                    <a:pt x="162369" y="171450"/>
                  </a:lnTo>
                  <a:lnTo>
                    <a:pt x="170484" y="180340"/>
                  </a:lnTo>
                  <a:lnTo>
                    <a:pt x="160159" y="190500"/>
                  </a:lnTo>
                  <a:lnTo>
                    <a:pt x="166636" y="199390"/>
                  </a:lnTo>
                  <a:lnTo>
                    <a:pt x="169545" y="207010"/>
                  </a:lnTo>
                  <a:lnTo>
                    <a:pt x="171513" y="218440"/>
                  </a:lnTo>
                  <a:lnTo>
                    <a:pt x="185915" y="218440"/>
                  </a:lnTo>
                  <a:lnTo>
                    <a:pt x="185915" y="209550"/>
                  </a:lnTo>
                  <a:lnTo>
                    <a:pt x="178638" y="209550"/>
                  </a:lnTo>
                  <a:lnTo>
                    <a:pt x="177139" y="203200"/>
                  </a:lnTo>
                  <a:lnTo>
                    <a:pt x="174701" y="196850"/>
                  </a:lnTo>
                  <a:lnTo>
                    <a:pt x="171323" y="191770"/>
                  </a:lnTo>
                  <a:lnTo>
                    <a:pt x="182714" y="180340"/>
                  </a:lnTo>
                  <a:lnTo>
                    <a:pt x="162369" y="160020"/>
                  </a:lnTo>
                  <a:lnTo>
                    <a:pt x="150977" y="171450"/>
                  </a:lnTo>
                  <a:lnTo>
                    <a:pt x="145491" y="167640"/>
                  </a:lnTo>
                  <a:lnTo>
                    <a:pt x="139585" y="165100"/>
                  </a:lnTo>
                  <a:lnTo>
                    <a:pt x="133350" y="163830"/>
                  </a:lnTo>
                  <a:lnTo>
                    <a:pt x="133350" y="156210"/>
                  </a:lnTo>
                  <a:lnTo>
                    <a:pt x="133350" y="147320"/>
                  </a:lnTo>
                  <a:lnTo>
                    <a:pt x="123266" y="147320"/>
                  </a:lnTo>
                  <a:lnTo>
                    <a:pt x="123266" y="130810"/>
                  </a:lnTo>
                  <a:lnTo>
                    <a:pt x="130949" y="121920"/>
                  </a:lnTo>
                  <a:lnTo>
                    <a:pt x="146329" y="104140"/>
                  </a:lnTo>
                  <a:lnTo>
                    <a:pt x="151066" y="106680"/>
                  </a:lnTo>
                  <a:lnTo>
                    <a:pt x="155524" y="109220"/>
                  </a:lnTo>
                  <a:lnTo>
                    <a:pt x="159651" y="111760"/>
                  </a:lnTo>
                  <a:lnTo>
                    <a:pt x="159651" y="132080"/>
                  </a:lnTo>
                  <a:lnTo>
                    <a:pt x="172173" y="132080"/>
                  </a:lnTo>
                  <a:lnTo>
                    <a:pt x="173291" y="137160"/>
                  </a:lnTo>
                  <a:lnTo>
                    <a:pt x="174980" y="140970"/>
                  </a:lnTo>
                  <a:lnTo>
                    <a:pt x="177228" y="144780"/>
                  </a:lnTo>
                  <a:lnTo>
                    <a:pt x="168376" y="153670"/>
                  </a:lnTo>
                  <a:lnTo>
                    <a:pt x="185394" y="170180"/>
                  </a:lnTo>
                  <a:lnTo>
                    <a:pt x="185915" y="170180"/>
                  </a:lnTo>
                  <a:lnTo>
                    <a:pt x="185915" y="158153"/>
                  </a:lnTo>
                  <a:lnTo>
                    <a:pt x="185394" y="158750"/>
                  </a:lnTo>
                  <a:lnTo>
                    <a:pt x="180606" y="153670"/>
                  </a:lnTo>
                  <a:lnTo>
                    <a:pt x="188391" y="146050"/>
                  </a:lnTo>
                  <a:lnTo>
                    <a:pt x="186334" y="142240"/>
                  </a:lnTo>
                  <a:lnTo>
                    <a:pt x="183045" y="138430"/>
                  </a:lnTo>
                  <a:lnTo>
                    <a:pt x="180886" y="133350"/>
                  </a:lnTo>
                  <a:lnTo>
                    <a:pt x="179908" y="127000"/>
                  </a:lnTo>
                  <a:lnTo>
                    <a:pt x="179247" y="123190"/>
                  </a:lnTo>
                  <a:lnTo>
                    <a:pt x="168275" y="123190"/>
                  </a:lnTo>
                  <a:lnTo>
                    <a:pt x="168275" y="116840"/>
                  </a:lnTo>
                  <a:lnTo>
                    <a:pt x="179247" y="116840"/>
                  </a:lnTo>
                  <a:lnTo>
                    <a:pt x="179908" y="113030"/>
                  </a:lnTo>
                  <a:lnTo>
                    <a:pt x="180886" y="107950"/>
                  </a:lnTo>
                  <a:lnTo>
                    <a:pt x="183045" y="102870"/>
                  </a:lnTo>
                  <a:lnTo>
                    <a:pt x="186334" y="97790"/>
                  </a:lnTo>
                  <a:lnTo>
                    <a:pt x="188391" y="95250"/>
                  </a:lnTo>
                  <a:lnTo>
                    <a:pt x="180606" y="87630"/>
                  </a:lnTo>
                  <a:lnTo>
                    <a:pt x="185394" y="82550"/>
                  </a:lnTo>
                  <a:lnTo>
                    <a:pt x="193128" y="90170"/>
                  </a:lnTo>
                  <a:lnTo>
                    <a:pt x="196126" y="87630"/>
                  </a:lnTo>
                  <a:lnTo>
                    <a:pt x="200825" y="85090"/>
                  </a:lnTo>
                  <a:lnTo>
                    <a:pt x="206019" y="82550"/>
                  </a:lnTo>
                  <a:lnTo>
                    <a:pt x="211607" y="81280"/>
                  </a:lnTo>
                  <a:lnTo>
                    <a:pt x="215163" y="81280"/>
                  </a:lnTo>
                  <a:lnTo>
                    <a:pt x="215163" y="78740"/>
                  </a:lnTo>
                  <a:lnTo>
                    <a:pt x="215163" y="69850"/>
                  </a:lnTo>
                  <a:lnTo>
                    <a:pt x="221869" y="69850"/>
                  </a:lnTo>
                  <a:lnTo>
                    <a:pt x="221869" y="81280"/>
                  </a:lnTo>
                  <a:lnTo>
                    <a:pt x="225437" y="81280"/>
                  </a:lnTo>
                  <a:lnTo>
                    <a:pt x="231063" y="82550"/>
                  </a:lnTo>
                  <a:lnTo>
                    <a:pt x="236270" y="85090"/>
                  </a:lnTo>
                  <a:lnTo>
                    <a:pt x="240919" y="87630"/>
                  </a:lnTo>
                  <a:lnTo>
                    <a:pt x="243916" y="90170"/>
                  </a:lnTo>
                  <a:lnTo>
                    <a:pt x="251650" y="82550"/>
                  </a:lnTo>
                  <a:lnTo>
                    <a:pt x="256438" y="87630"/>
                  </a:lnTo>
                  <a:lnTo>
                    <a:pt x="248653" y="95250"/>
                  </a:lnTo>
                  <a:lnTo>
                    <a:pt x="250710" y="97790"/>
                  </a:lnTo>
                  <a:lnTo>
                    <a:pt x="254000" y="102870"/>
                  </a:lnTo>
                  <a:lnTo>
                    <a:pt x="256146" y="107950"/>
                  </a:lnTo>
                  <a:lnTo>
                    <a:pt x="257136" y="113030"/>
                  </a:lnTo>
                  <a:lnTo>
                    <a:pt x="257797" y="116840"/>
                  </a:lnTo>
                  <a:lnTo>
                    <a:pt x="268770" y="116840"/>
                  </a:lnTo>
                  <a:lnTo>
                    <a:pt x="268770" y="107950"/>
                  </a:lnTo>
                  <a:lnTo>
                    <a:pt x="264871" y="107950"/>
                  </a:lnTo>
                  <a:lnTo>
                    <a:pt x="263791" y="104140"/>
                  </a:lnTo>
                  <a:lnTo>
                    <a:pt x="262064" y="100330"/>
                  </a:lnTo>
                  <a:lnTo>
                    <a:pt x="259803" y="96520"/>
                  </a:lnTo>
                  <a:lnTo>
                    <a:pt x="268668" y="87630"/>
                  </a:lnTo>
                  <a:lnTo>
                    <a:pt x="263804" y="82550"/>
                  </a:lnTo>
                  <a:lnTo>
                    <a:pt x="260159" y="78740"/>
                  </a:lnTo>
                  <a:lnTo>
                    <a:pt x="251650" y="69850"/>
                  </a:lnTo>
                  <a:lnTo>
                    <a:pt x="242785" y="78740"/>
                  </a:lnTo>
                  <a:lnTo>
                    <a:pt x="238937" y="76200"/>
                  </a:lnTo>
                  <a:lnTo>
                    <a:pt x="234861" y="74930"/>
                  </a:lnTo>
                  <a:lnTo>
                    <a:pt x="230555" y="73660"/>
                  </a:lnTo>
                  <a:lnTo>
                    <a:pt x="230555" y="69850"/>
                  </a:lnTo>
                  <a:lnTo>
                    <a:pt x="230555" y="60960"/>
                  </a:lnTo>
                  <a:lnTo>
                    <a:pt x="206489" y="60960"/>
                  </a:lnTo>
                  <a:lnTo>
                    <a:pt x="206489" y="73660"/>
                  </a:lnTo>
                  <a:lnTo>
                    <a:pt x="202184" y="74930"/>
                  </a:lnTo>
                  <a:lnTo>
                    <a:pt x="198094" y="76200"/>
                  </a:lnTo>
                  <a:lnTo>
                    <a:pt x="194259" y="78740"/>
                  </a:lnTo>
                  <a:lnTo>
                    <a:pt x="185394" y="69850"/>
                  </a:lnTo>
                  <a:lnTo>
                    <a:pt x="168376" y="87630"/>
                  </a:lnTo>
                  <a:lnTo>
                    <a:pt x="177228" y="96520"/>
                  </a:lnTo>
                  <a:lnTo>
                    <a:pt x="174980" y="100330"/>
                  </a:lnTo>
                  <a:lnTo>
                    <a:pt x="173291" y="104140"/>
                  </a:lnTo>
                  <a:lnTo>
                    <a:pt x="172173" y="107950"/>
                  </a:lnTo>
                  <a:lnTo>
                    <a:pt x="168605" y="107950"/>
                  </a:lnTo>
                  <a:lnTo>
                    <a:pt x="141173" y="92710"/>
                  </a:lnTo>
                  <a:lnTo>
                    <a:pt x="144856" y="90170"/>
                  </a:lnTo>
                  <a:lnTo>
                    <a:pt x="152234" y="85090"/>
                  </a:lnTo>
                  <a:lnTo>
                    <a:pt x="160845" y="74930"/>
                  </a:lnTo>
                  <a:lnTo>
                    <a:pt x="166433" y="62230"/>
                  </a:lnTo>
                  <a:lnTo>
                    <a:pt x="168414" y="48260"/>
                  </a:lnTo>
                  <a:lnTo>
                    <a:pt x="164515" y="29210"/>
                  </a:lnTo>
                  <a:lnTo>
                    <a:pt x="159740" y="22364"/>
                  </a:lnTo>
                  <a:lnTo>
                    <a:pt x="159740" y="48260"/>
                  </a:lnTo>
                  <a:lnTo>
                    <a:pt x="158902" y="48209"/>
                  </a:lnTo>
                  <a:lnTo>
                    <a:pt x="158902" y="57150"/>
                  </a:lnTo>
                  <a:lnTo>
                    <a:pt x="153771" y="69850"/>
                  </a:lnTo>
                  <a:lnTo>
                    <a:pt x="144818" y="80010"/>
                  </a:lnTo>
                  <a:lnTo>
                    <a:pt x="137617" y="84632"/>
                  </a:lnTo>
                  <a:lnTo>
                    <a:pt x="137617" y="101600"/>
                  </a:lnTo>
                  <a:lnTo>
                    <a:pt x="118948" y="121920"/>
                  </a:lnTo>
                  <a:lnTo>
                    <a:pt x="114592" y="117195"/>
                  </a:lnTo>
                  <a:lnTo>
                    <a:pt x="114592" y="130810"/>
                  </a:lnTo>
                  <a:lnTo>
                    <a:pt x="114592" y="147320"/>
                  </a:lnTo>
                  <a:lnTo>
                    <a:pt x="104508" y="147320"/>
                  </a:lnTo>
                  <a:lnTo>
                    <a:pt x="104508" y="163830"/>
                  </a:lnTo>
                  <a:lnTo>
                    <a:pt x="98272" y="165100"/>
                  </a:lnTo>
                  <a:lnTo>
                    <a:pt x="92367" y="167640"/>
                  </a:lnTo>
                  <a:lnTo>
                    <a:pt x="86868" y="171450"/>
                  </a:lnTo>
                  <a:lnTo>
                    <a:pt x="75476" y="160020"/>
                  </a:lnTo>
                  <a:lnTo>
                    <a:pt x="55130" y="180340"/>
                  </a:lnTo>
                  <a:lnTo>
                    <a:pt x="66522" y="191770"/>
                  </a:lnTo>
                  <a:lnTo>
                    <a:pt x="63144" y="196850"/>
                  </a:lnTo>
                  <a:lnTo>
                    <a:pt x="60706" y="203200"/>
                  </a:lnTo>
                  <a:lnTo>
                    <a:pt x="59207" y="209550"/>
                  </a:lnTo>
                  <a:lnTo>
                    <a:pt x="51943" y="209550"/>
                  </a:lnTo>
                  <a:lnTo>
                    <a:pt x="51943" y="165100"/>
                  </a:lnTo>
                  <a:lnTo>
                    <a:pt x="54851" y="146050"/>
                  </a:lnTo>
                  <a:lnTo>
                    <a:pt x="62992" y="128270"/>
                  </a:lnTo>
                  <a:lnTo>
                    <a:pt x="75501" y="114300"/>
                  </a:lnTo>
                  <a:lnTo>
                    <a:pt x="91516" y="104140"/>
                  </a:lnTo>
                  <a:lnTo>
                    <a:pt x="114592" y="130810"/>
                  </a:lnTo>
                  <a:lnTo>
                    <a:pt x="114592" y="117195"/>
                  </a:lnTo>
                  <a:lnTo>
                    <a:pt x="102577" y="104140"/>
                  </a:lnTo>
                  <a:lnTo>
                    <a:pt x="100241" y="101600"/>
                  </a:lnTo>
                  <a:lnTo>
                    <a:pt x="106146" y="99060"/>
                  </a:lnTo>
                  <a:lnTo>
                    <a:pt x="112433" y="97790"/>
                  </a:lnTo>
                  <a:lnTo>
                    <a:pt x="125425" y="97790"/>
                  </a:lnTo>
                  <a:lnTo>
                    <a:pt x="131699" y="99060"/>
                  </a:lnTo>
                  <a:lnTo>
                    <a:pt x="137617" y="101600"/>
                  </a:lnTo>
                  <a:lnTo>
                    <a:pt x="137617" y="84632"/>
                  </a:lnTo>
                  <a:lnTo>
                    <a:pt x="132918" y="87630"/>
                  </a:lnTo>
                  <a:lnTo>
                    <a:pt x="118948" y="90170"/>
                  </a:lnTo>
                  <a:lnTo>
                    <a:pt x="104660" y="87630"/>
                  </a:lnTo>
                  <a:lnTo>
                    <a:pt x="92583" y="80010"/>
                  </a:lnTo>
                  <a:lnTo>
                    <a:pt x="83642" y="69850"/>
                  </a:lnTo>
                  <a:lnTo>
                    <a:pt x="78765" y="55880"/>
                  </a:lnTo>
                  <a:lnTo>
                    <a:pt x="87147" y="52070"/>
                  </a:lnTo>
                  <a:lnTo>
                    <a:pt x="94272" y="48260"/>
                  </a:lnTo>
                  <a:lnTo>
                    <a:pt x="96240" y="46990"/>
                  </a:lnTo>
                  <a:lnTo>
                    <a:pt x="100203" y="44450"/>
                  </a:lnTo>
                  <a:lnTo>
                    <a:pt x="105016" y="40640"/>
                  </a:lnTo>
                  <a:lnTo>
                    <a:pt x="112268" y="45720"/>
                  </a:lnTo>
                  <a:lnTo>
                    <a:pt x="123571" y="50800"/>
                  </a:lnTo>
                  <a:lnTo>
                    <a:pt x="139065" y="54610"/>
                  </a:lnTo>
                  <a:lnTo>
                    <a:pt x="158902" y="57150"/>
                  </a:lnTo>
                  <a:lnTo>
                    <a:pt x="158902" y="48209"/>
                  </a:lnTo>
                  <a:lnTo>
                    <a:pt x="142036" y="46990"/>
                  </a:lnTo>
                  <a:lnTo>
                    <a:pt x="128092" y="43180"/>
                  </a:lnTo>
                  <a:lnTo>
                    <a:pt x="122948" y="40640"/>
                  </a:lnTo>
                  <a:lnTo>
                    <a:pt x="117805" y="38100"/>
                  </a:lnTo>
                  <a:lnTo>
                    <a:pt x="111074" y="34290"/>
                  </a:lnTo>
                  <a:lnTo>
                    <a:pt x="113842" y="31750"/>
                  </a:lnTo>
                  <a:lnTo>
                    <a:pt x="115239" y="27940"/>
                  </a:lnTo>
                  <a:lnTo>
                    <a:pt x="107454" y="24130"/>
                  </a:lnTo>
                  <a:lnTo>
                    <a:pt x="105829" y="26670"/>
                  </a:lnTo>
                  <a:lnTo>
                    <a:pt x="100914" y="33020"/>
                  </a:lnTo>
                  <a:lnTo>
                    <a:pt x="91948" y="40640"/>
                  </a:lnTo>
                  <a:lnTo>
                    <a:pt x="78155" y="46990"/>
                  </a:lnTo>
                  <a:lnTo>
                    <a:pt x="81864" y="31750"/>
                  </a:lnTo>
                  <a:lnTo>
                    <a:pt x="90703" y="19050"/>
                  </a:lnTo>
                  <a:lnTo>
                    <a:pt x="103479" y="11430"/>
                  </a:lnTo>
                  <a:lnTo>
                    <a:pt x="118948" y="7620"/>
                  </a:lnTo>
                  <a:lnTo>
                    <a:pt x="134759" y="11430"/>
                  </a:lnTo>
                  <a:lnTo>
                    <a:pt x="147701" y="20320"/>
                  </a:lnTo>
                  <a:lnTo>
                    <a:pt x="156464" y="33020"/>
                  </a:lnTo>
                  <a:lnTo>
                    <a:pt x="159740" y="48260"/>
                  </a:lnTo>
                  <a:lnTo>
                    <a:pt x="159740" y="22364"/>
                  </a:lnTo>
                  <a:lnTo>
                    <a:pt x="153898" y="13970"/>
                  </a:lnTo>
                  <a:lnTo>
                    <a:pt x="144068" y="7620"/>
                  </a:lnTo>
                  <a:lnTo>
                    <a:pt x="138176" y="3810"/>
                  </a:lnTo>
                  <a:lnTo>
                    <a:pt x="118948" y="0"/>
                  </a:lnTo>
                  <a:lnTo>
                    <a:pt x="99707" y="3810"/>
                  </a:lnTo>
                  <a:lnTo>
                    <a:pt x="83985" y="13970"/>
                  </a:lnTo>
                  <a:lnTo>
                    <a:pt x="73367" y="29210"/>
                  </a:lnTo>
                  <a:lnTo>
                    <a:pt x="69481" y="48260"/>
                  </a:lnTo>
                  <a:lnTo>
                    <a:pt x="71462" y="62230"/>
                  </a:lnTo>
                  <a:lnTo>
                    <a:pt x="77025" y="74930"/>
                  </a:lnTo>
                  <a:lnTo>
                    <a:pt x="85623" y="85090"/>
                  </a:lnTo>
                  <a:lnTo>
                    <a:pt x="96672" y="92710"/>
                  </a:lnTo>
                  <a:lnTo>
                    <a:pt x="75298" y="104140"/>
                  </a:lnTo>
                  <a:lnTo>
                    <a:pt x="58381" y="119380"/>
                  </a:lnTo>
                  <a:lnTo>
                    <a:pt x="47269" y="140970"/>
                  </a:lnTo>
                  <a:lnTo>
                    <a:pt x="43268" y="165100"/>
                  </a:lnTo>
                  <a:lnTo>
                    <a:pt x="43268" y="237490"/>
                  </a:lnTo>
                  <a:lnTo>
                    <a:pt x="59207" y="237490"/>
                  </a:lnTo>
                  <a:lnTo>
                    <a:pt x="60706" y="243840"/>
                  </a:lnTo>
                  <a:lnTo>
                    <a:pt x="63144" y="250190"/>
                  </a:lnTo>
                  <a:lnTo>
                    <a:pt x="66522" y="255270"/>
                  </a:lnTo>
                  <a:lnTo>
                    <a:pt x="55130" y="266700"/>
                  </a:lnTo>
                  <a:lnTo>
                    <a:pt x="75476" y="287020"/>
                  </a:lnTo>
                  <a:lnTo>
                    <a:pt x="86868" y="275590"/>
                  </a:lnTo>
                  <a:lnTo>
                    <a:pt x="92367" y="279400"/>
                  </a:lnTo>
                  <a:lnTo>
                    <a:pt x="98272" y="281940"/>
                  </a:lnTo>
                  <a:lnTo>
                    <a:pt x="104508" y="283210"/>
                  </a:lnTo>
                  <a:lnTo>
                    <a:pt x="104508" y="299720"/>
                  </a:lnTo>
                  <a:lnTo>
                    <a:pt x="133350" y="299720"/>
                  </a:lnTo>
                  <a:lnTo>
                    <a:pt x="133350" y="290830"/>
                  </a:lnTo>
                  <a:lnTo>
                    <a:pt x="133350" y="283210"/>
                  </a:lnTo>
                  <a:lnTo>
                    <a:pt x="139585" y="281940"/>
                  </a:lnTo>
                  <a:lnTo>
                    <a:pt x="145491" y="279400"/>
                  </a:lnTo>
                  <a:lnTo>
                    <a:pt x="150977" y="275590"/>
                  </a:lnTo>
                  <a:lnTo>
                    <a:pt x="162369" y="287020"/>
                  </a:lnTo>
                  <a:lnTo>
                    <a:pt x="182714" y="266700"/>
                  </a:lnTo>
                  <a:lnTo>
                    <a:pt x="171323" y="255270"/>
                  </a:lnTo>
                  <a:lnTo>
                    <a:pt x="174701" y="250190"/>
                  </a:lnTo>
                  <a:lnTo>
                    <a:pt x="177139" y="243840"/>
                  </a:lnTo>
                  <a:lnTo>
                    <a:pt x="178638" y="237490"/>
                  </a:lnTo>
                  <a:lnTo>
                    <a:pt x="194589" y="237490"/>
                  </a:lnTo>
                  <a:lnTo>
                    <a:pt x="194551" y="209550"/>
                  </a:lnTo>
                  <a:lnTo>
                    <a:pt x="194487" y="161290"/>
                  </a:lnTo>
                  <a:lnTo>
                    <a:pt x="198247" y="163830"/>
                  </a:lnTo>
                  <a:lnTo>
                    <a:pt x="202272" y="165100"/>
                  </a:lnTo>
                  <a:lnTo>
                    <a:pt x="206489" y="166370"/>
                  </a:lnTo>
                  <a:lnTo>
                    <a:pt x="206489" y="179070"/>
                  </a:lnTo>
                  <a:lnTo>
                    <a:pt x="230555" y="179070"/>
                  </a:lnTo>
                  <a:lnTo>
                    <a:pt x="230555" y="170180"/>
                  </a:lnTo>
                  <a:lnTo>
                    <a:pt x="230555" y="166370"/>
                  </a:lnTo>
                  <a:lnTo>
                    <a:pt x="234861" y="165100"/>
                  </a:lnTo>
                  <a:lnTo>
                    <a:pt x="238937" y="163830"/>
                  </a:lnTo>
                  <a:lnTo>
                    <a:pt x="242785" y="161290"/>
                  </a:lnTo>
                  <a:lnTo>
                    <a:pt x="251650" y="170180"/>
                  </a:lnTo>
                  <a:lnTo>
                    <a:pt x="260819" y="161290"/>
                  </a:lnTo>
                  <a:lnTo>
                    <a:pt x="263436" y="158750"/>
                  </a:lnTo>
                  <a:lnTo>
                    <a:pt x="268668" y="153670"/>
                  </a:lnTo>
                  <a:lnTo>
                    <a:pt x="259803" y="144780"/>
                  </a:lnTo>
                  <a:lnTo>
                    <a:pt x="262064" y="140970"/>
                  </a:lnTo>
                  <a:lnTo>
                    <a:pt x="263791" y="137160"/>
                  </a:lnTo>
                  <a:lnTo>
                    <a:pt x="264871" y="132080"/>
                  </a:lnTo>
                  <a:lnTo>
                    <a:pt x="277393" y="132080"/>
                  </a:lnTo>
                  <a:lnTo>
                    <a:pt x="277393" y="107950"/>
                  </a:lnTo>
                  <a:close/>
                </a:path>
              </a:pathLst>
            </a:custGeom>
            <a:solidFill>
              <a:srgbClr val="1439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5532" y="1868261"/>
            <a:ext cx="209477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CO" b="1" spc="-20" dirty="0">
                <a:solidFill>
                  <a:srgbClr val="143978"/>
                </a:solidFill>
                <a:latin typeface="Arial"/>
                <a:cs typeface="Arial"/>
              </a:rPr>
              <a:t>Alianzas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29685" y="1954864"/>
            <a:ext cx="2247115" cy="10105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s-MX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Académicas: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s-MX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Involucran instituciones educativas o centros de investigación.</a:t>
            </a:r>
            <a:endParaRPr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36356" y="3049952"/>
            <a:ext cx="1730461" cy="1029128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25"/>
              </a:spcBef>
            </a:pPr>
            <a:r>
              <a:rPr lang="es-CO" sz="1200" b="1" spc="-10" dirty="0">
                <a:solidFill>
                  <a:srgbClr val="143978"/>
                </a:solidFill>
                <a:latin typeface="Arial"/>
                <a:cs typeface="Arial"/>
              </a:rPr>
              <a:t>Comunitarias o sociales: </a:t>
            </a:r>
          </a:p>
          <a:p>
            <a:pPr algn="ctr">
              <a:lnSpc>
                <a:spcPct val="100000"/>
              </a:lnSpc>
              <a:spcBef>
                <a:spcPts val="425"/>
              </a:spcBef>
            </a:pPr>
            <a:r>
              <a:rPr lang="es-CO" sz="1200" spc="-10" dirty="0">
                <a:solidFill>
                  <a:srgbClr val="143978"/>
                </a:solidFill>
                <a:latin typeface="Arial"/>
                <a:cs typeface="Arial"/>
              </a:rPr>
              <a:t>Integrar organizaciones de base, colectivos y comunidades locales.</a:t>
            </a:r>
            <a:endParaRPr sz="1200" dirty="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81301" y="889284"/>
            <a:ext cx="1697936" cy="1052851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9"/>
              </a:spcBef>
            </a:pPr>
            <a:r>
              <a:rPr lang="es-CO" sz="1200" b="1" spc="-10" dirty="0">
                <a:solidFill>
                  <a:srgbClr val="143978"/>
                </a:solidFill>
                <a:latin typeface="Arial"/>
                <a:cs typeface="Arial"/>
              </a:rPr>
              <a:t>Público-privadas (APP): </a:t>
            </a:r>
          </a:p>
          <a:p>
            <a:pPr algn="ctr">
              <a:lnSpc>
                <a:spcPct val="100000"/>
              </a:lnSpc>
              <a:spcBef>
                <a:spcPts val="509"/>
              </a:spcBef>
            </a:pPr>
            <a:r>
              <a:rPr lang="es-CO" sz="1200" spc="-10" dirty="0">
                <a:solidFill>
                  <a:srgbClr val="143978"/>
                </a:solidFill>
                <a:latin typeface="Arial"/>
                <a:cs typeface="Arial"/>
              </a:rPr>
              <a:t>Vincular entidades gubernamentales con empresas privadas.</a:t>
            </a:r>
            <a:endParaRPr sz="1200" dirty="0">
              <a:latin typeface="Trebuchet MS"/>
              <a:cs typeface="Trebuchet MS"/>
            </a:endParaRP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17CE56E9-8135-5D3C-7858-F4F0CBC386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0593" y="4096945"/>
            <a:ext cx="902286" cy="8961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8C852E47-354B-F61B-9193-ABC2BFF405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333"/>
          <a:stretch/>
        </p:blipFill>
        <p:spPr>
          <a:xfrm>
            <a:off x="304800" y="9175"/>
            <a:ext cx="8839200" cy="51435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0"/>
            <a:ext cx="5486400" cy="5143500"/>
          </a:xfrm>
          <a:custGeom>
            <a:avLst/>
            <a:gdLst/>
            <a:ahLst/>
            <a:cxnLst/>
            <a:rect l="l" t="t" r="r" b="b"/>
            <a:pathLst>
              <a:path w="5291455" h="5143500">
                <a:moveTo>
                  <a:pt x="5291325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3725500" y="0"/>
                </a:lnTo>
                <a:lnTo>
                  <a:pt x="5291325" y="5143499"/>
                </a:lnTo>
                <a:close/>
              </a:path>
            </a:pathLst>
          </a:custGeom>
          <a:solidFill>
            <a:srgbClr val="1439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04568" y="1445335"/>
            <a:ext cx="3867432" cy="13054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2800" b="1" dirty="0">
                <a:solidFill>
                  <a:srgbClr val="F3F3F3"/>
                </a:solidFill>
                <a:latin typeface="Arial"/>
                <a:cs typeface="Arial"/>
              </a:rPr>
              <a:t>Importancia De La Gestión De Proyectos</a:t>
            </a:r>
            <a:br>
              <a:rPr lang="es-MX" sz="2800" b="1" dirty="0">
                <a:solidFill>
                  <a:srgbClr val="F3F3F3"/>
                </a:solidFill>
                <a:latin typeface="Arial"/>
                <a:cs typeface="Arial"/>
              </a:rPr>
            </a:br>
            <a:endParaRPr sz="28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1000" y="2495550"/>
            <a:ext cx="4572000" cy="2133597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70"/>
              </a:spcBef>
            </a:pPr>
            <a:r>
              <a:rPr lang="es-MX" sz="1200" dirty="0">
                <a:solidFill>
                  <a:schemeClr val="bg1"/>
                </a:solidFill>
                <a:latin typeface="Trebuchet MS"/>
                <a:cs typeface="Trebuchet MS"/>
              </a:rPr>
              <a:t>Optimización de recursos: Permite utilizar eficientemente el tiempo, el presupuesto y el talento humano </a:t>
            </a:r>
          </a:p>
          <a:p>
            <a:pPr marL="12700" marR="5080">
              <a:lnSpc>
                <a:spcPct val="102299"/>
              </a:lnSpc>
              <a:spcBef>
                <a:spcPts val="70"/>
              </a:spcBef>
            </a:pPr>
            <a:endParaRPr lang="es-MX" sz="1200" dirty="0">
              <a:solidFill>
                <a:schemeClr val="bg1"/>
              </a:solidFill>
              <a:latin typeface="Trebuchet MS"/>
              <a:cs typeface="Trebuchet MS"/>
            </a:endParaRPr>
          </a:p>
          <a:p>
            <a:pPr marL="12700" marR="5080">
              <a:lnSpc>
                <a:spcPct val="102299"/>
              </a:lnSpc>
              <a:spcBef>
                <a:spcPts val="70"/>
              </a:spcBef>
            </a:pPr>
            <a:r>
              <a:rPr lang="es-MX" sz="1200" dirty="0">
                <a:solidFill>
                  <a:schemeClr val="bg1"/>
                </a:solidFill>
                <a:latin typeface="Trebuchet MS"/>
                <a:cs typeface="Trebuchet MS"/>
              </a:rPr>
              <a:t>Mejora en la toma de decisiones: Proporciona herramientas y metodologías que facilitan la planificación, el control y la evaluación del proyecto.</a:t>
            </a:r>
          </a:p>
          <a:p>
            <a:pPr marL="12700" marR="5080">
              <a:lnSpc>
                <a:spcPct val="102299"/>
              </a:lnSpc>
              <a:spcBef>
                <a:spcPts val="70"/>
              </a:spcBef>
            </a:pPr>
            <a:endParaRPr lang="es-MX" sz="1200" dirty="0">
              <a:solidFill>
                <a:schemeClr val="bg1"/>
              </a:solidFill>
              <a:latin typeface="Trebuchet MS"/>
              <a:cs typeface="Trebuchet MS"/>
            </a:endParaRPr>
          </a:p>
          <a:p>
            <a:pPr marL="12700" marR="5080">
              <a:lnSpc>
                <a:spcPct val="102299"/>
              </a:lnSpc>
              <a:spcBef>
                <a:spcPts val="70"/>
              </a:spcBef>
            </a:pPr>
            <a:r>
              <a:rPr lang="es-MX" sz="1200" dirty="0">
                <a:solidFill>
                  <a:schemeClr val="bg1"/>
                </a:solidFill>
                <a:latin typeface="Trebuchet MS"/>
                <a:cs typeface="Trebuchet MS"/>
              </a:rPr>
              <a:t>Aumento de la efectividad: Garantiza que las metas se cumplan en los plazos establecidos, con calidad y alineadas a las necesidades de los beneficiarios.</a:t>
            </a:r>
          </a:p>
          <a:p>
            <a:pPr marL="12700" marR="5080">
              <a:lnSpc>
                <a:spcPct val="102299"/>
              </a:lnSpc>
              <a:spcBef>
                <a:spcPts val="70"/>
              </a:spcBef>
            </a:pPr>
            <a:endParaRPr sz="1200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1FC8DFE-2D24-4C85-12E4-14F2DEE731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6630" y="4220003"/>
            <a:ext cx="902286" cy="8961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-254421"/>
            <a:ext cx="3452913" cy="13054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MX" sz="2800" b="1" dirty="0">
                <a:solidFill>
                  <a:srgbClr val="143978"/>
                </a:solidFill>
                <a:latin typeface="Arial"/>
                <a:cs typeface="Arial"/>
              </a:rPr>
              <a:t>Importancia De La Evaluación De Proyectos</a:t>
            </a:r>
            <a:endParaRPr lang="es-CO" sz="2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6074" y="1809750"/>
            <a:ext cx="3244926" cy="2662345"/>
          </a:xfrm>
          <a:custGeom>
            <a:avLst/>
            <a:gdLst/>
            <a:ahLst/>
            <a:cxnLst/>
            <a:rect l="l" t="t" r="r" b="b"/>
            <a:pathLst>
              <a:path w="2353945" h="2037714">
                <a:moveTo>
                  <a:pt x="588738" y="0"/>
                </a:moveTo>
                <a:lnTo>
                  <a:pt x="0" y="1018779"/>
                </a:lnTo>
                <a:lnTo>
                  <a:pt x="588738" y="2037599"/>
                </a:lnTo>
                <a:lnTo>
                  <a:pt x="1765074" y="2037599"/>
                </a:lnTo>
                <a:lnTo>
                  <a:pt x="2353812" y="1018779"/>
                </a:lnTo>
                <a:lnTo>
                  <a:pt x="1765074" y="0"/>
                </a:lnTo>
                <a:lnTo>
                  <a:pt x="588738" y="0"/>
                </a:lnTo>
                <a:close/>
              </a:path>
            </a:pathLst>
          </a:custGeom>
          <a:ln w="1904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30142" y="2705276"/>
            <a:ext cx="947419" cy="7950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s-CO" sz="1000" b="1" spc="-10" dirty="0">
                <a:solidFill>
                  <a:srgbClr val="F3F3F3"/>
                </a:solidFill>
                <a:latin typeface="Arial"/>
                <a:cs typeface="Arial"/>
              </a:rPr>
              <a:t>PENSAMIENTO CRÍTICO 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s-CO" sz="1000" spc="-10" dirty="0">
                <a:solidFill>
                  <a:srgbClr val="F3F3F3"/>
                </a:solidFill>
                <a:latin typeface="Arial"/>
                <a:cs typeface="Arial"/>
              </a:rPr>
              <a:t>Analiza y crea soluciones eficientes.</a:t>
            </a:r>
            <a:endParaRPr sz="7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6799" y="1347921"/>
            <a:ext cx="3452913" cy="45217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755" indent="-171450" algn="l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MX" sz="1600" b="1" spc="-10" dirty="0">
                <a:solidFill>
                  <a:srgbClr val="143978"/>
                </a:solidFill>
                <a:latin typeface="Arial"/>
                <a:cs typeface="Arial"/>
              </a:rPr>
              <a:t>Medición de resultados: Permite verificar si se cumplieron los objetivos planteados y el impacto generado por el proyecto.</a:t>
            </a:r>
          </a:p>
          <a:p>
            <a:pPr marL="198755" indent="-171450" algn="l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s-MX" sz="1600" b="1" spc="-10" dirty="0">
              <a:solidFill>
                <a:srgbClr val="143978"/>
              </a:solidFill>
              <a:latin typeface="Arial"/>
              <a:cs typeface="Arial"/>
            </a:endParaRPr>
          </a:p>
          <a:p>
            <a:pPr marL="198755" indent="-171450" algn="l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MX" sz="1600" b="1" spc="-10" dirty="0">
                <a:solidFill>
                  <a:srgbClr val="143978"/>
                </a:solidFill>
                <a:latin typeface="Arial"/>
                <a:cs typeface="Arial"/>
              </a:rPr>
              <a:t>Identificación de mejoras: Facilita la detección de fortalezas, debilidades y lecciones aprendidas para optimizar futuros proyectos.</a:t>
            </a:r>
          </a:p>
          <a:p>
            <a:pPr marL="198755" indent="-171450" algn="l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s-MX" sz="1600" b="1" spc="-10" dirty="0">
              <a:solidFill>
                <a:srgbClr val="143978"/>
              </a:solidFill>
              <a:latin typeface="Arial"/>
              <a:cs typeface="Arial"/>
            </a:endParaRPr>
          </a:p>
          <a:p>
            <a:pPr marL="198755" indent="-171450" algn="l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MX" sz="1600" b="1" spc="-10" dirty="0">
                <a:solidFill>
                  <a:srgbClr val="143978"/>
                </a:solidFill>
                <a:latin typeface="Arial"/>
                <a:cs typeface="Arial"/>
              </a:rPr>
              <a:t>Rendición de cuentas: Proporciona información clara y objetiva para justificar el uso de recursos ante financiadores, comunidades e instituciones.</a:t>
            </a:r>
          </a:p>
          <a:p>
            <a:pPr marL="198755" indent="-171450" algn="l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s-MX" sz="1600" b="1" spc="-10" dirty="0">
              <a:solidFill>
                <a:srgbClr val="143978"/>
              </a:solidFill>
              <a:latin typeface="Arial"/>
              <a:cs typeface="Arial"/>
            </a:endParaRPr>
          </a:p>
          <a:p>
            <a:pPr marL="198755" indent="-171450" algn="l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s-MX" sz="1600" b="1" spc="-10" dirty="0">
              <a:solidFill>
                <a:srgbClr val="143978"/>
              </a:solidFill>
              <a:latin typeface="Arial"/>
              <a:cs typeface="Arial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F1CAEAC9-3A5C-0FE6-58EB-61AECA706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91" y="4024000"/>
            <a:ext cx="902286" cy="896190"/>
          </a:xfrm>
          <a:prstGeom prst="rect">
            <a:avLst/>
          </a:prstGeom>
        </p:spPr>
      </p:pic>
      <p:pic>
        <p:nvPicPr>
          <p:cNvPr id="2050" name="Picture 2" descr="Proyectos Industriales ...">
            <a:extLst>
              <a:ext uri="{FF2B5EF4-FFF2-40B4-BE49-F238E27FC236}">
                <a16:creationId xmlns:a16="http://schemas.microsoft.com/office/drawing/2014/main" id="{B84BBDA3-CCF0-5EF7-E50B-F40E5F432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3575" y="571633"/>
            <a:ext cx="2943225" cy="4348557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7096125" cy="4410075"/>
          </a:xfrm>
          <a:custGeom>
            <a:avLst/>
            <a:gdLst/>
            <a:ahLst/>
            <a:cxnLst/>
            <a:rect l="l" t="t" r="r" b="b"/>
            <a:pathLst>
              <a:path w="7096125" h="4410075">
                <a:moveTo>
                  <a:pt x="7096124" y="0"/>
                </a:moveTo>
                <a:lnTo>
                  <a:pt x="6405562" y="2238374"/>
                </a:lnTo>
                <a:lnTo>
                  <a:pt x="5376862" y="2505074"/>
                </a:lnTo>
                <a:lnTo>
                  <a:pt x="3871912" y="4410074"/>
                </a:lnTo>
                <a:lnTo>
                  <a:pt x="0" y="4137831"/>
                </a:lnTo>
              </a:path>
            </a:pathLst>
          </a:custGeom>
          <a:ln w="1904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26423" y="1906244"/>
            <a:ext cx="4648200" cy="28135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s-CO" sz="1300" b="1" spc="-80" dirty="0">
                <a:solidFill>
                  <a:srgbClr val="143978"/>
                </a:solidFill>
                <a:latin typeface="Arial"/>
                <a:cs typeface="Arial"/>
              </a:rPr>
              <a:t>Visita Nuestra Página Web</a:t>
            </a:r>
          </a:p>
          <a:p>
            <a:pPr algn="ctr"/>
            <a:r>
              <a:rPr lang="es-MX" sz="1300" b="1" spc="-80" dirty="0">
                <a:solidFill>
                  <a:srgbClr val="143978"/>
                </a:solidFill>
                <a:latin typeface="Arial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http://www.elojimjadach.org/</a:t>
            </a:r>
            <a:endParaRPr lang="es-MX" sz="1300" b="1" spc="-80" dirty="0">
              <a:solidFill>
                <a:srgbClr val="143978"/>
              </a:solidFill>
              <a:latin typeface="Arial"/>
              <a:cs typeface="Arial"/>
            </a:endParaRPr>
          </a:p>
          <a:p>
            <a:pPr algn="ctr"/>
            <a:endParaRPr lang="es-MX" sz="1300" b="1" spc="-80" dirty="0">
              <a:solidFill>
                <a:srgbClr val="143978"/>
              </a:solidFill>
              <a:latin typeface="Arial"/>
              <a:cs typeface="Arial"/>
            </a:endParaRPr>
          </a:p>
          <a:p>
            <a:pPr algn="ctr"/>
            <a:endParaRPr lang="es-MX" sz="1300" b="1" spc="-80" dirty="0">
              <a:solidFill>
                <a:srgbClr val="143978"/>
              </a:solidFill>
              <a:latin typeface="Arial"/>
              <a:cs typeface="Arial"/>
            </a:endParaRPr>
          </a:p>
          <a:p>
            <a:pPr algn="ctr"/>
            <a:endParaRPr lang="es-CO" sz="1300" b="1" spc="-80" dirty="0">
              <a:solidFill>
                <a:srgbClr val="143978"/>
              </a:solidFill>
              <a:latin typeface="Arial"/>
              <a:cs typeface="Arial"/>
            </a:endParaRPr>
          </a:p>
          <a:p>
            <a:pPr algn="ctr"/>
            <a:endParaRPr lang="es-CO" sz="1300" b="1" spc="-80" dirty="0">
              <a:solidFill>
                <a:srgbClr val="143978"/>
              </a:solidFill>
              <a:latin typeface="Arial"/>
              <a:cs typeface="Arial"/>
            </a:endParaRPr>
          </a:p>
          <a:p>
            <a:pPr algn="ctr"/>
            <a:r>
              <a:rPr lang="en-US" sz="1300" b="1" spc="-80">
                <a:solidFill>
                  <a:srgbClr val="143978"/>
                </a:solidFill>
                <a:latin typeface="Arial"/>
                <a:cs typeface="Arial"/>
              </a:rPr>
              <a:t>Contactos</a:t>
            </a:r>
            <a:endParaRPr lang="en-US" sz="1300" b="1" spc="-80" dirty="0">
              <a:solidFill>
                <a:srgbClr val="143978"/>
              </a:solidFill>
              <a:latin typeface="Arial"/>
              <a:cs typeface="Arial"/>
            </a:endParaRPr>
          </a:p>
          <a:p>
            <a:pPr algn="ctr">
              <a:buNone/>
            </a:pPr>
            <a:r>
              <a:rPr lang="es-MX" sz="1300" b="1" spc="-80" dirty="0">
                <a:solidFill>
                  <a:srgbClr val="143978"/>
                </a:solidFill>
                <a:latin typeface="Arial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elojim@elojimjadach.org</a:t>
            </a:r>
            <a:r>
              <a:rPr lang="es-MX" sz="1300" b="1" spc="-80" dirty="0">
                <a:solidFill>
                  <a:srgbClr val="143978"/>
                </a:solidFill>
                <a:latin typeface="Arial"/>
                <a:cs typeface="Arial"/>
              </a:rPr>
              <a:t> - </a:t>
            </a:r>
            <a:r>
              <a:rPr lang="es-MX" sz="1300" b="1" spc="-80" dirty="0">
                <a:solidFill>
                  <a:srgbClr val="143978"/>
                </a:solidFill>
                <a:latin typeface="Arial"/>
                <a:cs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elojim.jadach@gmail.com</a:t>
            </a:r>
            <a:endParaRPr lang="es-MX" sz="1300" b="1" spc="-80" dirty="0">
              <a:solidFill>
                <a:srgbClr val="143978"/>
              </a:solidFill>
              <a:latin typeface="Arial"/>
              <a:cs typeface="Arial"/>
            </a:endParaRPr>
          </a:p>
          <a:p>
            <a:pPr algn="ctr">
              <a:buNone/>
            </a:pPr>
            <a:endParaRPr lang="es-MX" sz="1300" b="1" spc="-80" dirty="0">
              <a:solidFill>
                <a:srgbClr val="143978"/>
              </a:solidFill>
              <a:latin typeface="Arial"/>
              <a:cs typeface="Arial"/>
            </a:endParaRPr>
          </a:p>
          <a:p>
            <a:pPr algn="ctr">
              <a:buNone/>
            </a:pPr>
            <a:endParaRPr lang="es-MX" sz="1300" b="1" spc="-80" dirty="0">
              <a:solidFill>
                <a:srgbClr val="143978"/>
              </a:solidFill>
              <a:latin typeface="Arial"/>
              <a:cs typeface="Arial"/>
            </a:endParaRPr>
          </a:p>
          <a:p>
            <a:pPr algn="ctr">
              <a:buNone/>
            </a:pPr>
            <a:endParaRPr lang="es-MX" sz="1300" b="1" spc="-80" dirty="0">
              <a:solidFill>
                <a:srgbClr val="143978"/>
              </a:solidFill>
              <a:latin typeface="Arial"/>
              <a:cs typeface="Arial"/>
            </a:endParaRPr>
          </a:p>
          <a:p>
            <a:pPr algn="ctr"/>
            <a:endParaRPr lang="en-US" sz="1300" b="1" spc="-80" dirty="0">
              <a:solidFill>
                <a:srgbClr val="143978"/>
              </a:solidFill>
              <a:latin typeface="Arial"/>
              <a:cs typeface="Arial"/>
            </a:endParaRPr>
          </a:p>
          <a:p>
            <a:pPr algn="ctr"/>
            <a:r>
              <a:rPr lang="es-CO" sz="1300" b="1" spc="-80" dirty="0">
                <a:solidFill>
                  <a:srgbClr val="143978"/>
                </a:solidFill>
                <a:latin typeface="Arial"/>
                <a:cs typeface="Arial"/>
              </a:rPr>
              <a:t>¡El Futuro Te Espera !    </a:t>
            </a:r>
          </a:p>
          <a:p>
            <a:pPr algn="ctr"/>
            <a:r>
              <a:rPr lang="es-CO" sz="1300" b="1" spc="-80" dirty="0">
                <a:solidFill>
                  <a:srgbClr val="143978"/>
                </a:solidFill>
                <a:latin typeface="Arial"/>
                <a:cs typeface="Arial"/>
              </a:rPr>
              <a:t>No pierdas la oportunidad de crecer y aprender.</a:t>
            </a:r>
            <a:endParaRPr lang="en-US" sz="1300" b="1" spc="-80" dirty="0">
              <a:solidFill>
                <a:srgbClr val="143978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28600" y="710464"/>
            <a:ext cx="4876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3200" b="1" spc="-20" dirty="0">
                <a:solidFill>
                  <a:srgbClr val="143978"/>
                </a:solidFill>
                <a:latin typeface="Arial"/>
                <a:cs typeface="Arial"/>
              </a:rPr>
              <a:t>¡Participa Hoy Mismo!</a:t>
            </a:r>
            <a:r>
              <a:rPr sz="3200" b="1" spc="-20" dirty="0">
                <a:solidFill>
                  <a:srgbClr val="143978"/>
                </a:solidFill>
                <a:latin typeface="Arial"/>
                <a:cs typeface="Arial"/>
              </a:rPr>
              <a:t>!</a:t>
            </a:r>
            <a:endParaRPr sz="3200" dirty="0">
              <a:latin typeface="Arial"/>
              <a:cs typeface="Arial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2B08869-E18C-7D02-0B43-43F74CDB05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400" y="68199"/>
            <a:ext cx="902286" cy="896190"/>
          </a:xfrm>
          <a:prstGeom prst="rect">
            <a:avLst/>
          </a:prstGeom>
        </p:spPr>
      </p:pic>
      <p:pic>
        <p:nvPicPr>
          <p:cNvPr id="3074" name="Picture 2" descr="Imágenes de Proyectos Industriales ...">
            <a:extLst>
              <a:ext uri="{FF2B5EF4-FFF2-40B4-BE49-F238E27FC236}">
                <a16:creationId xmlns:a16="http://schemas.microsoft.com/office/drawing/2014/main" id="{F1B23002-60FA-3EC4-6174-1C11804664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0288" y="1906244"/>
            <a:ext cx="3977290" cy="26467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</TotalTime>
  <Words>445</Words>
  <Application>Microsoft Office PowerPoint</Application>
  <PresentationFormat>Presentación en pantalla (16:9)</PresentationFormat>
  <Paragraphs>55</Paragraphs>
  <Slides>8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Aptos</vt:lpstr>
      <vt:lpstr>Arial</vt:lpstr>
      <vt:lpstr>Arial MT</vt:lpstr>
      <vt:lpstr>Tahoma</vt:lpstr>
      <vt:lpstr>Trebuchet MS</vt:lpstr>
      <vt:lpstr>Office Theme</vt:lpstr>
      <vt:lpstr> Fabrica De Proyectos Con Enfoque Sostenible </vt:lpstr>
      <vt:lpstr>¿Qué Ofrecemos?  En la fabrica de proyectos</vt:lpstr>
      <vt:lpstr>Presentación de PowerPoint</vt:lpstr>
      <vt:lpstr>Importancia De La Formulación De Proyectos</vt:lpstr>
      <vt:lpstr>Alianzas</vt:lpstr>
      <vt:lpstr>Importancia De La Gestión De Proyectos </vt:lpstr>
      <vt:lpstr>Importancia De La Evaluación De Proyectos</vt:lpstr>
      <vt:lpstr>¡Participa Hoy Mismo!!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Copia de Copia de Networking Newsletter Dark Blue variant</dc:title>
  <dc:creator>Administrator</dc:creator>
  <cp:lastModifiedBy>Jesús Forero</cp:lastModifiedBy>
  <cp:revision>17</cp:revision>
  <dcterms:created xsi:type="dcterms:W3CDTF">2025-05-14T04:31:22Z</dcterms:created>
  <dcterms:modified xsi:type="dcterms:W3CDTF">2026-01-24T03:17:07Z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2025-05-14T00:00:00Z</vt:filetime>
  </property>
  <property fmtid="{D5CDD505-2E9C-101B-9397-08002B2CF9AE}" pid="3" name="Creator">
    <vt:lpwstr>Google</vt:lpwstr>
  </property>
  <property fmtid="{D5CDD505-2E9C-101B-9397-08002B2CF9AE}" pid="4" name="LastSaved">
    <vt:filetime>2025-05-14T00:00:00Z</vt:filetime>
  </property>
</Properties>
</file>