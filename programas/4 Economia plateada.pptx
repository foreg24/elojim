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7" r:id="rId4"/>
    <p:sldId id="260" r:id="rId5"/>
    <p:sldId id="258" r:id="rId6"/>
    <p:sldId id="259" r:id="rId7"/>
    <p:sldId id="266" r:id="rId8"/>
    <p:sldId id="277" r:id="rId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494" y="-6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EEAF0-510F-48B7-BF8B-A1F736BB817E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D0D01-CDB5-40B6-9226-F71ADE71D52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855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D0D01-CDB5-40B6-9226-F71ADE71D52F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7240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08839" y="994283"/>
            <a:ext cx="412632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53544" y="994283"/>
            <a:ext cx="503691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1375" y="935511"/>
            <a:ext cx="6827520" cy="2886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elojim@elojimjadach.org" TargetMode="External"/><Relationship Id="rId2" Type="http://schemas.openxmlformats.org/officeDocument/2006/relationships/hyperlink" Target="http://www.elojimjadach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mailto:elojim.jadach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01D6DAEB-B8F2-5253-4469-F3112A400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988"/>
            <a:ext cx="4953000" cy="516348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839413" y="0"/>
            <a:ext cx="5304790" cy="5143500"/>
          </a:xfrm>
          <a:custGeom>
            <a:avLst/>
            <a:gdLst/>
            <a:ahLst/>
            <a:cxnLst/>
            <a:rect l="l" t="t" r="r" b="b"/>
            <a:pathLst>
              <a:path w="5304790" h="5143500">
                <a:moveTo>
                  <a:pt x="5304586" y="5143499"/>
                </a:moveTo>
                <a:lnTo>
                  <a:pt x="870291" y="5143499"/>
                </a:lnTo>
                <a:lnTo>
                  <a:pt x="0" y="0"/>
                </a:lnTo>
                <a:lnTo>
                  <a:pt x="5304586" y="0"/>
                </a:lnTo>
                <a:lnTo>
                  <a:pt x="5304586" y="5143499"/>
                </a:lnTo>
                <a:close/>
              </a:path>
            </a:pathLst>
          </a:custGeom>
          <a:solidFill>
            <a:srgbClr val="1439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66662" y="1657350"/>
            <a:ext cx="3929501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100"/>
              </a:spcBef>
            </a:pPr>
            <a:r>
              <a:rPr lang="es-CO" b="1" dirty="0">
                <a:solidFill>
                  <a:srgbClr val="F3F3F3"/>
                </a:solidFill>
                <a:latin typeface="Arial"/>
                <a:cs typeface="Arial"/>
              </a:rPr>
              <a:t>ECONOMIA PLATEADA: </a:t>
            </a:r>
            <a:r>
              <a:rPr lang="es-CO" sz="2000" b="1" dirty="0">
                <a:solidFill>
                  <a:srgbClr val="F3F3F3"/>
                </a:solidFill>
                <a:latin typeface="Arial"/>
                <a:cs typeface="Arial"/>
              </a:rPr>
              <a:t>Impulsando Iniciativas Turísticas a Través de la Inclusión</a:t>
            </a:r>
            <a:br>
              <a:rPr lang="es-CO" b="1" dirty="0">
                <a:solidFill>
                  <a:srgbClr val="F3F3F3"/>
                </a:solidFill>
                <a:latin typeface="Arial"/>
                <a:cs typeface="Arial"/>
              </a:rPr>
            </a:br>
            <a:br>
              <a:rPr lang="es-CO" b="1" dirty="0">
                <a:solidFill>
                  <a:srgbClr val="F3F3F3"/>
                </a:solidFill>
                <a:latin typeface="Arial"/>
                <a:cs typeface="Arial"/>
              </a:rPr>
            </a:br>
            <a:endParaRPr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10519" y="-9525"/>
            <a:ext cx="2943225" cy="1740535"/>
            <a:chOff x="6210519" y="-9525"/>
            <a:chExt cx="2943225" cy="1740535"/>
          </a:xfrm>
        </p:grpSpPr>
        <p:sp>
          <p:nvSpPr>
            <p:cNvPr id="9" name="object 9"/>
            <p:cNvSpPr/>
            <p:nvPr/>
          </p:nvSpPr>
          <p:spPr>
            <a:xfrm>
              <a:off x="6220044" y="0"/>
              <a:ext cx="2924175" cy="1721485"/>
            </a:xfrm>
            <a:custGeom>
              <a:avLst/>
              <a:gdLst/>
              <a:ahLst/>
              <a:cxnLst/>
              <a:rect l="l" t="t" r="r" b="b"/>
              <a:pathLst>
                <a:path w="2924175" h="1721485">
                  <a:moveTo>
                    <a:pt x="2509007" y="1721308"/>
                  </a:moveTo>
                  <a:lnTo>
                    <a:pt x="0" y="0"/>
                  </a:lnTo>
                  <a:lnTo>
                    <a:pt x="10304" y="0"/>
                  </a:lnTo>
                  <a:lnTo>
                    <a:pt x="2509955" y="1714811"/>
                  </a:lnTo>
                  <a:lnTo>
                    <a:pt x="2530877" y="1714811"/>
                  </a:lnTo>
                  <a:lnTo>
                    <a:pt x="2509007" y="1721308"/>
                  </a:lnTo>
                  <a:close/>
                </a:path>
                <a:path w="2924175" h="1721485">
                  <a:moveTo>
                    <a:pt x="2530877" y="1714811"/>
                  </a:moveTo>
                  <a:lnTo>
                    <a:pt x="2509955" y="1714811"/>
                  </a:lnTo>
                  <a:lnTo>
                    <a:pt x="2923955" y="1591878"/>
                  </a:lnTo>
                  <a:lnTo>
                    <a:pt x="2923955" y="1598028"/>
                  </a:lnTo>
                  <a:lnTo>
                    <a:pt x="2530877" y="1714811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20044" y="0"/>
              <a:ext cx="2924175" cy="1721485"/>
            </a:xfrm>
            <a:custGeom>
              <a:avLst/>
              <a:gdLst/>
              <a:ahLst/>
              <a:cxnLst/>
              <a:rect l="l" t="t" r="r" b="b"/>
              <a:pathLst>
                <a:path w="2924175" h="1721485">
                  <a:moveTo>
                    <a:pt x="10304" y="0"/>
                  </a:moveTo>
                  <a:lnTo>
                    <a:pt x="2509955" y="1714811"/>
                  </a:lnTo>
                  <a:lnTo>
                    <a:pt x="2923955" y="1591878"/>
                  </a:lnTo>
                </a:path>
                <a:path w="2924175" h="1721485">
                  <a:moveTo>
                    <a:pt x="2923955" y="1598028"/>
                  </a:moveTo>
                  <a:lnTo>
                    <a:pt x="2510361" y="1720902"/>
                  </a:lnTo>
                  <a:lnTo>
                    <a:pt x="2509007" y="1721308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2E5F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78701" y="3085743"/>
            <a:ext cx="3623310" cy="738023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lang="es-CO" sz="1200" spc="-25" dirty="0">
                <a:solidFill>
                  <a:srgbClr val="F3F3F3"/>
                </a:solidFill>
                <a:latin typeface="Tahoma"/>
                <a:cs typeface="Tahoma"/>
              </a:rPr>
              <a:t>El programa explora cómo las personas mayores de 60 años pueden contribuir al turismo sostenible, desarrollando emprendimientos locales que fortalezcan la identidad cultural y generen ingresos.</a:t>
            </a:r>
            <a:endParaRPr sz="1200" dirty="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70562" y="4014899"/>
            <a:ext cx="906873" cy="896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95D9CFDB-63CA-76FC-91D5-AA6916CB8047}"/>
              </a:ext>
            </a:extLst>
          </p:cNvPr>
          <p:cNvSpPr/>
          <p:nvPr/>
        </p:nvSpPr>
        <p:spPr>
          <a:xfrm>
            <a:off x="2362199" y="0"/>
            <a:ext cx="4567153" cy="5143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91790" y="725465"/>
            <a:ext cx="336042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b="1" spc="-35" dirty="0">
                <a:solidFill>
                  <a:srgbClr val="143978"/>
                </a:solidFill>
                <a:latin typeface="Arial"/>
                <a:cs typeface="Arial"/>
              </a:rPr>
              <a:t>El Papel de las Personas Mayores en el Turismo</a:t>
            </a:r>
            <a:endParaRPr lang="es-CO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4010" y="0"/>
            <a:ext cx="9144270" cy="5143500"/>
            <a:chOff x="0" y="0"/>
            <a:chExt cx="9144270" cy="51435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2946567" cy="5143500"/>
            </a:xfrm>
            <a:custGeom>
              <a:avLst/>
              <a:gdLst/>
              <a:ahLst/>
              <a:cxnLst/>
              <a:rect l="l" t="t" r="r" b="b"/>
              <a:pathLst>
                <a:path w="3360420" h="5143500">
                  <a:moveTo>
                    <a:pt x="3360100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2838190" y="0"/>
                  </a:lnTo>
                  <a:lnTo>
                    <a:pt x="3360100" y="5143499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6100010" y="0"/>
              <a:ext cx="3044260" cy="5143500"/>
            </a:xfrm>
            <a:custGeom>
              <a:avLst/>
              <a:gdLst/>
              <a:ahLst/>
              <a:cxnLst/>
              <a:rect l="l" t="t" r="r" b="b"/>
              <a:pathLst>
                <a:path w="3414395" h="5143500">
                  <a:moveTo>
                    <a:pt x="3414124" y="5143499"/>
                  </a:moveTo>
                  <a:lnTo>
                    <a:pt x="0" y="5143499"/>
                  </a:lnTo>
                  <a:lnTo>
                    <a:pt x="854049" y="6376"/>
                  </a:lnTo>
                  <a:lnTo>
                    <a:pt x="2189617" y="0"/>
                  </a:lnTo>
                  <a:lnTo>
                    <a:pt x="3414124" y="0"/>
                  </a:lnTo>
                  <a:lnTo>
                    <a:pt x="3414124" y="51434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25512" y="2571750"/>
            <a:ext cx="2394509" cy="20178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s-CO" sz="1100" spc="-10" dirty="0">
                <a:solidFill>
                  <a:srgbClr val="F3F3F3"/>
                </a:solidFill>
                <a:latin typeface="Arial"/>
                <a:cs typeface="Arial"/>
              </a:rPr>
              <a:t>• </a:t>
            </a:r>
            <a:r>
              <a:rPr lang="es-CO" sz="1200" spc="-10" dirty="0">
                <a:solidFill>
                  <a:srgbClr val="F3F3F3"/>
                </a:solidFill>
                <a:latin typeface="Arial"/>
                <a:cs typeface="Arial"/>
              </a:rPr>
              <a:t>Las personas mayores aportan un valor único al turismo.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s-CO" sz="1200" spc="-10" dirty="0">
                <a:solidFill>
                  <a:srgbClr val="F3F3F3"/>
                </a:solidFill>
                <a:latin typeface="Arial"/>
                <a:cs typeface="Arial"/>
              </a:rPr>
              <a:t>• La narración de historias enriquece la experiencia del visitante.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s-CO" sz="1200" spc="-10" dirty="0">
                <a:solidFill>
                  <a:srgbClr val="F3F3F3"/>
                </a:solidFill>
                <a:latin typeface="Arial"/>
                <a:cs typeface="Arial"/>
              </a:rPr>
              <a:t>• Fomenta un turismo más sostenible y auténtico.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s-CO" sz="1200" spc="-10" dirty="0">
                <a:solidFill>
                  <a:srgbClr val="F3F3F3"/>
                </a:solidFill>
                <a:latin typeface="Arial"/>
                <a:cs typeface="Arial"/>
              </a:rPr>
              <a:t>• Mejora la percepción del destino turístico.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41863" y="2108682"/>
            <a:ext cx="271145" cy="271145"/>
          </a:xfrm>
          <a:custGeom>
            <a:avLst/>
            <a:gdLst/>
            <a:ahLst/>
            <a:cxnLst/>
            <a:rect l="l" t="t" r="r" b="b"/>
            <a:pathLst>
              <a:path w="271145" h="271144">
                <a:moveTo>
                  <a:pt x="185089" y="249669"/>
                </a:moveTo>
                <a:lnTo>
                  <a:pt x="123088" y="249669"/>
                </a:lnTo>
                <a:lnTo>
                  <a:pt x="123088" y="257492"/>
                </a:lnTo>
                <a:lnTo>
                  <a:pt x="185089" y="257492"/>
                </a:lnTo>
                <a:lnTo>
                  <a:pt x="185089" y="249669"/>
                </a:lnTo>
                <a:close/>
              </a:path>
              <a:path w="271145" h="271144">
                <a:moveTo>
                  <a:pt x="207568" y="249669"/>
                </a:moveTo>
                <a:lnTo>
                  <a:pt x="198551" y="249669"/>
                </a:lnTo>
                <a:lnTo>
                  <a:pt x="198551" y="257492"/>
                </a:lnTo>
                <a:lnTo>
                  <a:pt x="207568" y="257492"/>
                </a:lnTo>
                <a:lnTo>
                  <a:pt x="207568" y="249669"/>
                </a:lnTo>
                <a:close/>
              </a:path>
              <a:path w="271145" h="271144">
                <a:moveTo>
                  <a:pt x="222288" y="47447"/>
                </a:moveTo>
                <a:lnTo>
                  <a:pt x="214464" y="47447"/>
                </a:lnTo>
                <a:lnTo>
                  <a:pt x="214464" y="55232"/>
                </a:lnTo>
                <a:lnTo>
                  <a:pt x="222288" y="55232"/>
                </a:lnTo>
                <a:lnTo>
                  <a:pt x="222288" y="47447"/>
                </a:lnTo>
                <a:close/>
              </a:path>
              <a:path w="271145" h="271144">
                <a:moveTo>
                  <a:pt x="222288" y="14681"/>
                </a:moveTo>
                <a:lnTo>
                  <a:pt x="192366" y="14681"/>
                </a:lnTo>
                <a:lnTo>
                  <a:pt x="192366" y="22517"/>
                </a:lnTo>
                <a:lnTo>
                  <a:pt x="214464" y="22517"/>
                </a:lnTo>
                <a:lnTo>
                  <a:pt x="214464" y="37033"/>
                </a:lnTo>
                <a:lnTo>
                  <a:pt x="222288" y="37033"/>
                </a:lnTo>
                <a:lnTo>
                  <a:pt x="222288" y="14681"/>
                </a:lnTo>
                <a:close/>
              </a:path>
              <a:path w="271145" h="271144">
                <a:moveTo>
                  <a:pt x="270548" y="123545"/>
                </a:moveTo>
                <a:lnTo>
                  <a:pt x="262712" y="118529"/>
                </a:lnTo>
                <a:lnTo>
                  <a:pt x="262712" y="131546"/>
                </a:lnTo>
                <a:lnTo>
                  <a:pt x="262712" y="259740"/>
                </a:lnTo>
                <a:lnTo>
                  <a:pt x="253441" y="253758"/>
                </a:lnTo>
                <a:lnTo>
                  <a:pt x="253441" y="263042"/>
                </a:lnTo>
                <a:lnTo>
                  <a:pt x="17056" y="263042"/>
                </a:lnTo>
                <a:lnTo>
                  <a:pt x="22136" y="259740"/>
                </a:lnTo>
                <a:lnTo>
                  <a:pt x="127762" y="190969"/>
                </a:lnTo>
                <a:lnTo>
                  <a:pt x="135102" y="186182"/>
                </a:lnTo>
                <a:lnTo>
                  <a:pt x="253441" y="263042"/>
                </a:lnTo>
                <a:lnTo>
                  <a:pt x="253441" y="253758"/>
                </a:lnTo>
                <a:lnTo>
                  <a:pt x="164007" y="195618"/>
                </a:lnTo>
                <a:lnTo>
                  <a:pt x="171183" y="190969"/>
                </a:lnTo>
                <a:lnTo>
                  <a:pt x="251561" y="138772"/>
                </a:lnTo>
                <a:lnTo>
                  <a:pt x="262712" y="131546"/>
                </a:lnTo>
                <a:lnTo>
                  <a:pt x="262712" y="118529"/>
                </a:lnTo>
                <a:lnTo>
                  <a:pt x="258419" y="115785"/>
                </a:lnTo>
                <a:lnTo>
                  <a:pt x="258419" y="125018"/>
                </a:lnTo>
                <a:lnTo>
                  <a:pt x="237172" y="138772"/>
                </a:lnTo>
                <a:lnTo>
                  <a:pt x="236982" y="138772"/>
                </a:lnTo>
                <a:lnTo>
                  <a:pt x="236982" y="111264"/>
                </a:lnTo>
                <a:lnTo>
                  <a:pt x="258279" y="125018"/>
                </a:lnTo>
                <a:lnTo>
                  <a:pt x="258419" y="125018"/>
                </a:lnTo>
                <a:lnTo>
                  <a:pt x="258419" y="115785"/>
                </a:lnTo>
                <a:lnTo>
                  <a:pt x="251371" y="111264"/>
                </a:lnTo>
                <a:lnTo>
                  <a:pt x="236982" y="101955"/>
                </a:lnTo>
                <a:lnTo>
                  <a:pt x="236982" y="7823"/>
                </a:lnTo>
                <a:lnTo>
                  <a:pt x="236982" y="0"/>
                </a:lnTo>
                <a:lnTo>
                  <a:pt x="229146" y="0"/>
                </a:lnTo>
                <a:lnTo>
                  <a:pt x="229146" y="7823"/>
                </a:lnTo>
                <a:lnTo>
                  <a:pt x="229146" y="143979"/>
                </a:lnTo>
                <a:lnTo>
                  <a:pt x="156819" y="190969"/>
                </a:lnTo>
                <a:lnTo>
                  <a:pt x="149466" y="186182"/>
                </a:lnTo>
                <a:lnTo>
                  <a:pt x="135102" y="176822"/>
                </a:lnTo>
                <a:lnTo>
                  <a:pt x="113411" y="190969"/>
                </a:lnTo>
                <a:lnTo>
                  <a:pt x="113284" y="190969"/>
                </a:lnTo>
                <a:lnTo>
                  <a:pt x="106260" y="186397"/>
                </a:lnTo>
                <a:lnTo>
                  <a:pt x="106260" y="195618"/>
                </a:lnTo>
                <a:lnTo>
                  <a:pt x="7835" y="259740"/>
                </a:lnTo>
                <a:lnTo>
                  <a:pt x="7835" y="131546"/>
                </a:lnTo>
                <a:lnTo>
                  <a:pt x="106133" y="195618"/>
                </a:lnTo>
                <a:lnTo>
                  <a:pt x="106260" y="195618"/>
                </a:lnTo>
                <a:lnTo>
                  <a:pt x="106260" y="186397"/>
                </a:lnTo>
                <a:lnTo>
                  <a:pt x="41021" y="143852"/>
                </a:lnTo>
                <a:lnTo>
                  <a:pt x="41021" y="138772"/>
                </a:lnTo>
                <a:lnTo>
                  <a:pt x="41021" y="111264"/>
                </a:lnTo>
                <a:lnTo>
                  <a:pt x="41021" y="61709"/>
                </a:lnTo>
                <a:lnTo>
                  <a:pt x="94932" y="61709"/>
                </a:lnTo>
                <a:lnTo>
                  <a:pt x="94932" y="53924"/>
                </a:lnTo>
                <a:lnTo>
                  <a:pt x="94932" y="13322"/>
                </a:lnTo>
                <a:lnTo>
                  <a:pt x="94932" y="7823"/>
                </a:lnTo>
                <a:lnTo>
                  <a:pt x="229146" y="7823"/>
                </a:lnTo>
                <a:lnTo>
                  <a:pt x="229146" y="0"/>
                </a:lnTo>
                <a:lnTo>
                  <a:pt x="89395" y="0"/>
                </a:lnTo>
                <a:lnTo>
                  <a:pt x="87109" y="2298"/>
                </a:lnTo>
                <a:lnTo>
                  <a:pt x="87109" y="13322"/>
                </a:lnTo>
                <a:lnTo>
                  <a:pt x="87109" y="53924"/>
                </a:lnTo>
                <a:lnTo>
                  <a:pt x="46558" y="53924"/>
                </a:lnTo>
                <a:lnTo>
                  <a:pt x="87109" y="13322"/>
                </a:lnTo>
                <a:lnTo>
                  <a:pt x="87109" y="2298"/>
                </a:lnTo>
                <a:lnTo>
                  <a:pt x="33235" y="56197"/>
                </a:lnTo>
                <a:lnTo>
                  <a:pt x="33235" y="101955"/>
                </a:lnTo>
                <a:lnTo>
                  <a:pt x="33235" y="111264"/>
                </a:lnTo>
                <a:lnTo>
                  <a:pt x="33235" y="138772"/>
                </a:lnTo>
                <a:lnTo>
                  <a:pt x="22123" y="131546"/>
                </a:lnTo>
                <a:lnTo>
                  <a:pt x="12115" y="125018"/>
                </a:lnTo>
                <a:lnTo>
                  <a:pt x="33235" y="111264"/>
                </a:lnTo>
                <a:lnTo>
                  <a:pt x="33235" y="101955"/>
                </a:lnTo>
                <a:lnTo>
                  <a:pt x="76" y="123545"/>
                </a:lnTo>
                <a:lnTo>
                  <a:pt x="0" y="270878"/>
                </a:lnTo>
                <a:lnTo>
                  <a:pt x="270548" y="270878"/>
                </a:lnTo>
                <a:lnTo>
                  <a:pt x="270548" y="263042"/>
                </a:lnTo>
                <a:lnTo>
                  <a:pt x="270548" y="259740"/>
                </a:lnTo>
                <a:lnTo>
                  <a:pt x="270548" y="131546"/>
                </a:lnTo>
                <a:lnTo>
                  <a:pt x="270548" y="123545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9922F49-9484-140E-D703-0728DECCA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722" y="4095750"/>
            <a:ext cx="902286" cy="8961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30F9B70-D260-E9AD-5D84-65452AA7E3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29249" r="25833" b="29250"/>
          <a:stretch/>
        </p:blipFill>
        <p:spPr>
          <a:xfrm>
            <a:off x="6768326" y="1657350"/>
            <a:ext cx="2209801" cy="213360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FD2EDA0-FF65-5FBB-471F-57C9D2457A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676" r="6564"/>
          <a:stretch/>
        </p:blipFill>
        <p:spPr>
          <a:xfrm>
            <a:off x="133657" y="1846285"/>
            <a:ext cx="2303008" cy="19446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885"/>
            <a:chOff x="0" y="0"/>
            <a:chExt cx="9144000" cy="5143885"/>
          </a:xfrm>
        </p:grpSpPr>
        <p:sp>
          <p:nvSpPr>
            <p:cNvPr id="3" name="object 3"/>
            <p:cNvSpPr/>
            <p:nvPr/>
          </p:nvSpPr>
          <p:spPr>
            <a:xfrm>
              <a:off x="0" y="815725"/>
              <a:ext cx="9144000" cy="4328160"/>
            </a:xfrm>
            <a:custGeom>
              <a:avLst/>
              <a:gdLst/>
              <a:ahLst/>
              <a:cxnLst/>
              <a:rect l="l" t="t" r="r" b="b"/>
              <a:pathLst>
                <a:path w="9144000" h="4328160">
                  <a:moveTo>
                    <a:pt x="0" y="4327774"/>
                  </a:moveTo>
                  <a:lnTo>
                    <a:pt x="9143999" y="4327774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4327774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799895"/>
              <a:ext cx="9144000" cy="2971807"/>
            </a:xfrm>
            <a:custGeom>
              <a:avLst/>
              <a:gdLst/>
              <a:ahLst/>
              <a:cxnLst/>
              <a:rect l="l" t="t" r="r" b="b"/>
              <a:pathLst>
                <a:path w="9144000" h="2955290">
                  <a:moveTo>
                    <a:pt x="2209939" y="1350010"/>
                  </a:moveTo>
                  <a:lnTo>
                    <a:pt x="2097519" y="1125156"/>
                  </a:lnTo>
                  <a:lnTo>
                    <a:pt x="1803069" y="1125156"/>
                  </a:lnTo>
                  <a:lnTo>
                    <a:pt x="1690649" y="1350010"/>
                  </a:lnTo>
                  <a:lnTo>
                    <a:pt x="1803069" y="1574863"/>
                  </a:lnTo>
                  <a:lnTo>
                    <a:pt x="2097519" y="1574863"/>
                  </a:lnTo>
                  <a:lnTo>
                    <a:pt x="2209939" y="1350010"/>
                  </a:lnTo>
                  <a:close/>
                </a:path>
                <a:path w="9144000" h="2955290">
                  <a:moveTo>
                    <a:pt x="3518687" y="2730131"/>
                  </a:moveTo>
                  <a:lnTo>
                    <a:pt x="3406267" y="2505291"/>
                  </a:lnTo>
                  <a:lnTo>
                    <a:pt x="3111817" y="2505291"/>
                  </a:lnTo>
                  <a:lnTo>
                    <a:pt x="2999397" y="2730131"/>
                  </a:lnTo>
                  <a:lnTo>
                    <a:pt x="3111817" y="2954985"/>
                  </a:lnTo>
                  <a:lnTo>
                    <a:pt x="3406267" y="2954985"/>
                  </a:lnTo>
                  <a:lnTo>
                    <a:pt x="3518687" y="2730131"/>
                  </a:lnTo>
                  <a:close/>
                </a:path>
                <a:path w="9144000" h="2955290">
                  <a:moveTo>
                    <a:pt x="4831639" y="1350010"/>
                  </a:moveTo>
                  <a:lnTo>
                    <a:pt x="4719218" y="1125156"/>
                  </a:lnTo>
                  <a:lnTo>
                    <a:pt x="4424769" y="1125156"/>
                  </a:lnTo>
                  <a:lnTo>
                    <a:pt x="4312348" y="1350010"/>
                  </a:lnTo>
                  <a:lnTo>
                    <a:pt x="4424769" y="1574863"/>
                  </a:lnTo>
                  <a:lnTo>
                    <a:pt x="4719218" y="1574863"/>
                  </a:lnTo>
                  <a:lnTo>
                    <a:pt x="4831639" y="1350010"/>
                  </a:lnTo>
                  <a:close/>
                </a:path>
                <a:path w="9144000" h="2955290">
                  <a:moveTo>
                    <a:pt x="6130874" y="2730131"/>
                  </a:moveTo>
                  <a:lnTo>
                    <a:pt x="6018441" y="2505291"/>
                  </a:lnTo>
                  <a:lnTo>
                    <a:pt x="5723991" y="2505291"/>
                  </a:lnTo>
                  <a:lnTo>
                    <a:pt x="5611571" y="2730131"/>
                  </a:lnTo>
                  <a:lnTo>
                    <a:pt x="5723991" y="2954985"/>
                  </a:lnTo>
                  <a:lnTo>
                    <a:pt x="6018441" y="2954985"/>
                  </a:lnTo>
                  <a:lnTo>
                    <a:pt x="6130874" y="2730131"/>
                  </a:lnTo>
                  <a:close/>
                </a:path>
                <a:path w="9144000" h="2955290">
                  <a:moveTo>
                    <a:pt x="7499413" y="1350010"/>
                  </a:moveTo>
                  <a:lnTo>
                    <a:pt x="7386993" y="1125156"/>
                  </a:lnTo>
                  <a:lnTo>
                    <a:pt x="7092543" y="1125156"/>
                  </a:lnTo>
                  <a:lnTo>
                    <a:pt x="6980123" y="1350010"/>
                  </a:lnTo>
                  <a:lnTo>
                    <a:pt x="7092543" y="1574863"/>
                  </a:lnTo>
                  <a:lnTo>
                    <a:pt x="7386993" y="1574863"/>
                  </a:lnTo>
                  <a:lnTo>
                    <a:pt x="7499413" y="1350010"/>
                  </a:lnTo>
                  <a:close/>
                </a:path>
                <a:path w="9144000" h="2955290">
                  <a:moveTo>
                    <a:pt x="9144000" y="0"/>
                  </a:moveTo>
                  <a:lnTo>
                    <a:pt x="0" y="0"/>
                  </a:lnTo>
                  <a:lnTo>
                    <a:pt x="0" y="647"/>
                  </a:lnTo>
                  <a:lnTo>
                    <a:pt x="4584293" y="543902"/>
                  </a:lnTo>
                  <a:lnTo>
                    <a:pt x="9144000" y="355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00534"/>
              <a:ext cx="9144000" cy="543560"/>
            </a:xfrm>
            <a:custGeom>
              <a:avLst/>
              <a:gdLst/>
              <a:ahLst/>
              <a:cxnLst/>
              <a:rect l="l" t="t" r="r" b="b"/>
              <a:pathLst>
                <a:path w="9144000" h="543560">
                  <a:moveTo>
                    <a:pt x="9143999" y="2916"/>
                  </a:moveTo>
                  <a:lnTo>
                    <a:pt x="4584304" y="543262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1439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815975"/>
            </a:xfrm>
            <a:custGeom>
              <a:avLst/>
              <a:gdLst/>
              <a:ahLst/>
              <a:cxnLst/>
              <a:rect l="l" t="t" r="r" b="b"/>
              <a:pathLst>
                <a:path w="9144000" h="815975">
                  <a:moveTo>
                    <a:pt x="9143999" y="815725"/>
                  </a:moveTo>
                  <a:lnTo>
                    <a:pt x="0" y="815725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815725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62225" y="312081"/>
            <a:ext cx="281954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b="1" spc="-35" dirty="0">
                <a:solidFill>
                  <a:srgbClr val="F3F3F3"/>
                </a:solidFill>
                <a:latin typeface="Arial"/>
                <a:cs typeface="Arial"/>
              </a:rPr>
              <a:t>Iniciativas de Turismo Rural </a:t>
            </a:r>
            <a:endParaRPr lang="es-CO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2147249"/>
            <a:ext cx="9144000" cy="2996565"/>
          </a:xfrm>
          <a:custGeom>
            <a:avLst/>
            <a:gdLst/>
            <a:ahLst/>
            <a:cxnLst/>
            <a:rect l="l" t="t" r="r" b="b"/>
            <a:pathLst>
              <a:path w="9144000" h="2996565">
                <a:moveTo>
                  <a:pt x="5871224" y="0"/>
                </a:moveTo>
                <a:lnTo>
                  <a:pt x="5871224" y="689099"/>
                </a:lnTo>
              </a:path>
              <a:path w="9144000" h="2996565">
                <a:moveTo>
                  <a:pt x="3249524" y="0"/>
                </a:moveTo>
                <a:lnTo>
                  <a:pt x="3249524" y="689099"/>
                </a:lnTo>
              </a:path>
              <a:path w="9144000" h="2996565">
                <a:moveTo>
                  <a:pt x="4572024" y="1371599"/>
                </a:moveTo>
                <a:lnTo>
                  <a:pt x="4572024" y="2060699"/>
                </a:lnTo>
              </a:path>
              <a:path w="9144000" h="2996565">
                <a:moveTo>
                  <a:pt x="0" y="1528262"/>
                </a:moveTo>
                <a:lnTo>
                  <a:pt x="1212294" y="1853029"/>
                </a:lnTo>
                <a:lnTo>
                  <a:pt x="1446206" y="2996249"/>
                </a:lnTo>
              </a:path>
              <a:path w="9144000" h="2996565">
                <a:moveTo>
                  <a:pt x="8078876" y="2996249"/>
                </a:moveTo>
                <a:lnTo>
                  <a:pt x="8730999" y="2202019"/>
                </a:lnTo>
                <a:lnTo>
                  <a:pt x="9143999" y="2296057"/>
                </a:lnTo>
              </a:path>
            </a:pathLst>
          </a:custGeom>
          <a:ln w="1904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03369" y="2468585"/>
            <a:ext cx="1694180" cy="577722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45"/>
              </a:spcBef>
            </a:pPr>
            <a:r>
              <a:rPr lang="es-CO" sz="1100" b="1" spc="-10" dirty="0">
                <a:solidFill>
                  <a:srgbClr val="143978"/>
                </a:solidFill>
                <a:latin typeface="Arial"/>
                <a:cs typeface="Arial"/>
              </a:rPr>
              <a:t>• Las personas mayores son guardianes de las tradiciones locales.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0917" y="2039387"/>
            <a:ext cx="238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35" dirty="0">
                <a:solidFill>
                  <a:srgbClr val="F3F3F3"/>
                </a:solidFill>
                <a:latin typeface="Arial"/>
                <a:cs typeface="Arial"/>
              </a:rPr>
              <a:t>01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5132" y="2468585"/>
            <a:ext cx="1694180" cy="577722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lang="es-CO" sz="1100" b="1" dirty="0">
                <a:solidFill>
                  <a:srgbClr val="143978"/>
                </a:solidFill>
                <a:latin typeface="Arial"/>
                <a:cs typeface="Arial"/>
              </a:rPr>
              <a:t>• Promueve la cultura y el patrimonio de la comunidad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52697" y="2039387"/>
            <a:ext cx="238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35" dirty="0">
                <a:solidFill>
                  <a:srgbClr val="F3F3F3"/>
                </a:solidFill>
                <a:latin typeface="Arial"/>
                <a:cs typeface="Arial"/>
              </a:rPr>
              <a:t>02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0158" y="2468585"/>
            <a:ext cx="1694180" cy="40844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lang="es-CO" sz="1100" b="1" dirty="0">
                <a:solidFill>
                  <a:srgbClr val="143978"/>
                </a:solidFill>
                <a:latin typeface="Arial"/>
                <a:cs typeface="Arial"/>
              </a:rPr>
              <a:t>• Ofrece experiencias auténticas a los turistas.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27706" y="2039387"/>
            <a:ext cx="238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35" dirty="0">
                <a:solidFill>
                  <a:srgbClr val="F3F3F3"/>
                </a:solidFill>
                <a:latin typeface="Arial"/>
                <a:cs typeface="Arial"/>
              </a:rPr>
              <a:t>03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06643" y="3828535"/>
            <a:ext cx="1694180" cy="40844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lang="es-CO" sz="1100" b="1" spc="-10" dirty="0">
                <a:solidFill>
                  <a:srgbClr val="143978"/>
                </a:solidFill>
                <a:latin typeface="Arial"/>
                <a:cs typeface="Arial"/>
              </a:rPr>
              <a:t>• Fortalece el tejido social de la comunidad.</a:t>
            </a:r>
            <a:endParaRPr lang="es-CO" sz="9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34353" y="3406771"/>
            <a:ext cx="238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35" dirty="0">
                <a:solidFill>
                  <a:srgbClr val="F3F3F3"/>
                </a:solidFill>
                <a:latin typeface="Arial"/>
                <a:cs typeface="Arial"/>
              </a:rPr>
              <a:t>04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28406" y="3828535"/>
            <a:ext cx="1694180" cy="577722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lang="es-CO" sz="1100" b="1" spc="-10" dirty="0">
                <a:solidFill>
                  <a:srgbClr val="143978"/>
                </a:solidFill>
                <a:latin typeface="Arial"/>
                <a:cs typeface="Arial"/>
              </a:rPr>
              <a:t>• Fomentar el intercambio generacional y la cohesión social.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55959" y="3413563"/>
            <a:ext cx="238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35" dirty="0">
                <a:solidFill>
                  <a:srgbClr val="F3F3F3"/>
                </a:solidFill>
                <a:latin typeface="Arial"/>
                <a:cs typeface="Arial"/>
              </a:rPr>
              <a:t>05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4498BD28-83AD-2B44-5C68-5A07FFAAC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338" y="4143259"/>
            <a:ext cx="902286" cy="8961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42922"/>
            <a:ext cx="7948295" cy="3682365"/>
            <a:chOff x="-9525" y="1471200"/>
            <a:chExt cx="7948295" cy="3682365"/>
          </a:xfrm>
        </p:grpSpPr>
        <p:sp>
          <p:nvSpPr>
            <p:cNvPr id="3" name="object 3"/>
            <p:cNvSpPr/>
            <p:nvPr/>
          </p:nvSpPr>
          <p:spPr>
            <a:xfrm>
              <a:off x="0" y="2515667"/>
              <a:ext cx="1221740" cy="2628265"/>
            </a:xfrm>
            <a:custGeom>
              <a:avLst/>
              <a:gdLst/>
              <a:ahLst/>
              <a:cxnLst/>
              <a:rect l="l" t="t" r="r" b="b"/>
              <a:pathLst>
                <a:path w="1221740" h="2628265">
                  <a:moveTo>
                    <a:pt x="821588" y="2627832"/>
                  </a:moveTo>
                  <a:lnTo>
                    <a:pt x="814323" y="2627832"/>
                  </a:lnTo>
                  <a:lnTo>
                    <a:pt x="1215107" y="2121254"/>
                  </a:lnTo>
                  <a:lnTo>
                    <a:pt x="0" y="10231"/>
                  </a:lnTo>
                  <a:lnTo>
                    <a:pt x="0" y="0"/>
                  </a:lnTo>
                  <a:lnTo>
                    <a:pt x="1221678" y="2122327"/>
                  </a:lnTo>
                  <a:lnTo>
                    <a:pt x="821588" y="262783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515667"/>
              <a:ext cx="1221740" cy="2628265"/>
            </a:xfrm>
            <a:custGeom>
              <a:avLst/>
              <a:gdLst/>
              <a:ahLst/>
              <a:cxnLst/>
              <a:rect l="l" t="t" r="r" b="b"/>
              <a:pathLst>
                <a:path w="1221740" h="2628265">
                  <a:moveTo>
                    <a:pt x="0" y="10231"/>
                  </a:moveTo>
                  <a:lnTo>
                    <a:pt x="1215107" y="2121254"/>
                  </a:lnTo>
                  <a:lnTo>
                    <a:pt x="814323" y="2627832"/>
                  </a:lnTo>
                </a:path>
                <a:path w="1221740" h="2628265">
                  <a:moveTo>
                    <a:pt x="821588" y="2627832"/>
                  </a:moveTo>
                  <a:lnTo>
                    <a:pt x="1221032" y="2123137"/>
                  </a:lnTo>
                  <a:lnTo>
                    <a:pt x="1221678" y="2122327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4832" y="2313049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1514700" y="1675199"/>
                  </a:moveTo>
                  <a:lnTo>
                    <a:pt x="418799" y="1675199"/>
                  </a:lnTo>
                  <a:lnTo>
                    <a:pt x="0" y="837599"/>
                  </a:lnTo>
                  <a:lnTo>
                    <a:pt x="418799" y="0"/>
                  </a:lnTo>
                  <a:lnTo>
                    <a:pt x="1514700" y="0"/>
                  </a:lnTo>
                  <a:lnTo>
                    <a:pt x="1933500" y="837599"/>
                  </a:lnTo>
                  <a:lnTo>
                    <a:pt x="1514700" y="1675199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8275" y="1480725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0" y="837599"/>
                  </a:move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lnTo>
                    <a:pt x="418799" y="1675199"/>
                  </a:lnTo>
                  <a:lnTo>
                    <a:pt x="0" y="837599"/>
                  </a:lnTo>
                  <a:close/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02901" y="2313049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1514699" y="1675199"/>
                  </a:moveTo>
                  <a:lnTo>
                    <a:pt x="418799" y="1675199"/>
                  </a:lnTo>
                  <a:lnTo>
                    <a:pt x="0" y="837599"/>
                  </a:ln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95667" y="1480725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0" y="837599"/>
                  </a:moveTo>
                  <a:lnTo>
                    <a:pt x="418799" y="0"/>
                  </a:lnTo>
                  <a:lnTo>
                    <a:pt x="1514700" y="0"/>
                  </a:lnTo>
                  <a:lnTo>
                    <a:pt x="1933500" y="837599"/>
                  </a:lnTo>
                  <a:lnTo>
                    <a:pt x="1514700" y="1675199"/>
                  </a:lnTo>
                  <a:lnTo>
                    <a:pt x="418799" y="1675199"/>
                  </a:lnTo>
                  <a:lnTo>
                    <a:pt x="0" y="837599"/>
                  </a:lnTo>
                  <a:close/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88347" y="275699"/>
            <a:ext cx="256730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b="1" dirty="0">
                <a:solidFill>
                  <a:srgbClr val="143978"/>
                </a:solidFill>
                <a:latin typeface="Arial"/>
                <a:cs typeface="Arial"/>
              </a:rPr>
              <a:t>Gastronomía Autóctona</a:t>
            </a:r>
            <a:endParaRPr lang="es-CO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8517" y="2652277"/>
            <a:ext cx="1324610" cy="856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CO" sz="1200" b="1" spc="-10" dirty="0">
                <a:solidFill>
                  <a:srgbClr val="F3F3F3"/>
                </a:solidFill>
                <a:latin typeface="Arial"/>
                <a:cs typeface="Arial"/>
              </a:rPr>
              <a:t>• La </a:t>
            </a:r>
            <a:r>
              <a:rPr lang="es-CO" sz="1400" b="1" spc="-10" dirty="0">
                <a:solidFill>
                  <a:srgbClr val="F3F3F3"/>
                </a:solidFill>
                <a:latin typeface="Arial"/>
                <a:cs typeface="Arial"/>
              </a:rPr>
              <a:t>gastronomía</a:t>
            </a:r>
            <a:r>
              <a:rPr lang="es-CO" sz="1200" b="1" spc="-10" dirty="0">
                <a:solidFill>
                  <a:srgbClr val="F3F3F3"/>
                </a:solidFill>
                <a:latin typeface="Arial"/>
                <a:cs typeface="Arial"/>
              </a:rPr>
              <a:t> es un reflejo de la cultura local.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07383" y="2713833"/>
            <a:ext cx="1343660" cy="73289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CO" sz="1400" b="1" spc="-10" dirty="0">
                <a:solidFill>
                  <a:srgbClr val="F3F3F3"/>
                </a:solidFill>
                <a:latin typeface="Arial"/>
                <a:cs typeface="Arial"/>
              </a:rPr>
              <a:t>• Fomenta el intercambio cultural.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1277" y="1802842"/>
            <a:ext cx="1296022" cy="73289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CO" sz="1400" b="1" spc="-10" dirty="0">
                <a:solidFill>
                  <a:srgbClr val="143978"/>
                </a:solidFill>
                <a:latin typeface="Arial"/>
                <a:cs typeface="Arial"/>
              </a:rPr>
              <a:t>• Genera ingresos para la comunidad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12444" y="1765496"/>
            <a:ext cx="1350010" cy="94833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R="14604" algn="ctr">
              <a:lnSpc>
                <a:spcPct val="100000"/>
              </a:lnSpc>
              <a:spcBef>
                <a:spcPts val="675"/>
              </a:spcBef>
            </a:pPr>
            <a:r>
              <a:rPr lang="es-CO" sz="1400" b="1" spc="-20" dirty="0">
                <a:solidFill>
                  <a:srgbClr val="143978"/>
                </a:solidFill>
                <a:latin typeface="Arial"/>
                <a:cs typeface="Arial"/>
              </a:rPr>
              <a:t>• Ofrece experiencias memorables a los visitantes.</a:t>
            </a:r>
            <a:endParaRPr sz="1050" dirty="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919644" y="-9525"/>
            <a:ext cx="1234440" cy="1491615"/>
            <a:chOff x="7919644" y="-9525"/>
            <a:chExt cx="1234440" cy="1491615"/>
          </a:xfrm>
        </p:grpSpPr>
        <p:sp>
          <p:nvSpPr>
            <p:cNvPr id="15" name="object 15"/>
            <p:cNvSpPr/>
            <p:nvPr/>
          </p:nvSpPr>
          <p:spPr>
            <a:xfrm>
              <a:off x="7929169" y="0"/>
              <a:ext cx="1215390" cy="1472565"/>
            </a:xfrm>
            <a:custGeom>
              <a:avLst/>
              <a:gdLst/>
              <a:ahLst/>
              <a:cxnLst/>
              <a:rect l="l" t="t" r="r" b="b"/>
              <a:pathLst>
                <a:path w="1215390" h="1472565">
                  <a:moveTo>
                    <a:pt x="1214830" y="1472429"/>
                  </a:moveTo>
                  <a:lnTo>
                    <a:pt x="0" y="254441"/>
                  </a:lnTo>
                  <a:lnTo>
                    <a:pt x="109901" y="0"/>
                  </a:lnTo>
                  <a:lnTo>
                    <a:pt x="116180" y="0"/>
                  </a:lnTo>
                  <a:lnTo>
                    <a:pt x="6624" y="253776"/>
                  </a:lnTo>
                  <a:lnTo>
                    <a:pt x="1214830" y="1465178"/>
                  </a:lnTo>
                  <a:lnTo>
                    <a:pt x="1214830" y="147242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29169" y="0"/>
              <a:ext cx="1215390" cy="1472565"/>
            </a:xfrm>
            <a:custGeom>
              <a:avLst/>
              <a:gdLst/>
              <a:ahLst/>
              <a:cxnLst/>
              <a:rect l="l" t="t" r="r" b="b"/>
              <a:pathLst>
                <a:path w="1215390" h="1472565">
                  <a:moveTo>
                    <a:pt x="1214830" y="1465178"/>
                  </a:moveTo>
                  <a:lnTo>
                    <a:pt x="6624" y="253776"/>
                  </a:lnTo>
                  <a:lnTo>
                    <a:pt x="116180" y="0"/>
                  </a:lnTo>
                </a:path>
                <a:path w="1215390" h="1472565">
                  <a:moveTo>
                    <a:pt x="109901" y="0"/>
                  </a:moveTo>
                  <a:lnTo>
                    <a:pt x="413" y="253492"/>
                  </a:lnTo>
                  <a:lnTo>
                    <a:pt x="0" y="254441"/>
                  </a:lnTo>
                  <a:lnTo>
                    <a:pt x="1214830" y="1472429"/>
                  </a:lnTo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BD52F250-F977-3681-FC00-4A9114581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721" y="4095750"/>
            <a:ext cx="902286" cy="896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B33957-66C6-43EF-BBA7-7FDC07A6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17" y="-11706"/>
            <a:ext cx="5812774" cy="5155205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5509" y="0"/>
            <a:ext cx="4848860" cy="5143500"/>
            <a:chOff x="0" y="0"/>
            <a:chExt cx="4848860" cy="51435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4848860" cy="5143500"/>
            </a:xfrm>
            <a:custGeom>
              <a:avLst/>
              <a:gdLst/>
              <a:ahLst/>
              <a:cxnLst/>
              <a:rect l="l" t="t" r="r" b="b"/>
              <a:pathLst>
                <a:path w="4848860" h="5143500">
                  <a:moveTo>
                    <a:pt x="3486349" y="5143499"/>
                  </a:moveTo>
                  <a:lnTo>
                    <a:pt x="209250" y="5143499"/>
                  </a:lnTo>
                  <a:lnTo>
                    <a:pt x="0" y="4724998"/>
                  </a:lnTo>
                  <a:lnTo>
                    <a:pt x="0" y="114401"/>
                  </a:lnTo>
                  <a:lnTo>
                    <a:pt x="57200" y="0"/>
                  </a:lnTo>
                  <a:lnTo>
                    <a:pt x="3638399" y="0"/>
                  </a:lnTo>
                  <a:lnTo>
                    <a:pt x="4848249" y="2419699"/>
                  </a:lnTo>
                  <a:lnTo>
                    <a:pt x="3486349" y="51434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638935" cy="5143500"/>
            </a:xfrm>
            <a:custGeom>
              <a:avLst/>
              <a:gdLst/>
              <a:ahLst/>
              <a:cxnLst/>
              <a:rect l="l" t="t" r="r" b="b"/>
              <a:pathLst>
                <a:path w="1638935" h="5143500">
                  <a:moveTo>
                    <a:pt x="276424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28474" y="0"/>
                  </a:lnTo>
                  <a:lnTo>
                    <a:pt x="1638324" y="2419699"/>
                  </a:lnTo>
                  <a:lnTo>
                    <a:pt x="276424" y="5143499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52600" y="819150"/>
            <a:ext cx="2362200" cy="3733714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435"/>
              </a:spcBef>
            </a:pPr>
            <a:r>
              <a:rPr lang="es-CO" sz="2000" b="1" dirty="0">
                <a:solidFill>
                  <a:srgbClr val="143978"/>
                </a:solidFill>
                <a:latin typeface="Arial"/>
                <a:cs typeface="Arial"/>
              </a:rPr>
              <a:t>Narración de Historias</a:t>
            </a:r>
          </a:p>
          <a:p>
            <a:pPr marL="12700" algn="l">
              <a:lnSpc>
                <a:spcPct val="100000"/>
              </a:lnSpc>
              <a:spcBef>
                <a:spcPts val="1435"/>
              </a:spcBef>
            </a:pPr>
            <a:r>
              <a:rPr lang="es-CO" sz="1600" dirty="0">
                <a:solidFill>
                  <a:srgbClr val="143978"/>
                </a:solidFill>
                <a:latin typeface="Arial"/>
                <a:cs typeface="Arial"/>
              </a:rPr>
              <a:t>• Las historias conectan a las personas.</a:t>
            </a:r>
          </a:p>
          <a:p>
            <a:pPr marL="12700" algn="l">
              <a:lnSpc>
                <a:spcPct val="100000"/>
              </a:lnSpc>
              <a:spcBef>
                <a:spcPts val="1435"/>
              </a:spcBef>
            </a:pPr>
            <a:r>
              <a:rPr lang="es-CO" sz="1600" dirty="0">
                <a:solidFill>
                  <a:srgbClr val="143978"/>
                </a:solidFill>
                <a:latin typeface="Arial"/>
                <a:cs typeface="Arial"/>
              </a:rPr>
              <a:t>• Fortalece la identidad cultural de la comunidad.</a:t>
            </a:r>
          </a:p>
          <a:p>
            <a:pPr marL="12700" algn="l">
              <a:lnSpc>
                <a:spcPct val="100000"/>
              </a:lnSpc>
              <a:spcBef>
                <a:spcPts val="1435"/>
              </a:spcBef>
            </a:pPr>
            <a:r>
              <a:rPr lang="es-CO" sz="1600" dirty="0">
                <a:solidFill>
                  <a:srgbClr val="143978"/>
                </a:solidFill>
                <a:latin typeface="Arial"/>
                <a:cs typeface="Arial"/>
              </a:rPr>
              <a:t>• Educa a los turistas sobre la historia local.</a:t>
            </a:r>
          </a:p>
          <a:p>
            <a:pPr marL="12700" algn="l">
              <a:lnSpc>
                <a:spcPct val="100000"/>
              </a:lnSpc>
              <a:spcBef>
                <a:spcPts val="1435"/>
              </a:spcBef>
            </a:pPr>
            <a:r>
              <a:rPr lang="es-CO" sz="1600" dirty="0">
                <a:solidFill>
                  <a:srgbClr val="143978"/>
                </a:solidFill>
                <a:latin typeface="Arial"/>
                <a:cs typeface="Arial"/>
              </a:rPr>
              <a:t>• Crea experiencias memorables para los visitantes.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638935" cy="5143500"/>
          </a:xfrm>
          <a:custGeom>
            <a:avLst/>
            <a:gdLst/>
            <a:ahLst/>
            <a:cxnLst/>
            <a:rect l="l" t="t" r="r" b="b"/>
            <a:pathLst>
              <a:path w="1638935" h="5143500">
                <a:moveTo>
                  <a:pt x="276424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28474" y="0"/>
                </a:lnTo>
                <a:lnTo>
                  <a:pt x="1638324" y="2419699"/>
                </a:lnTo>
                <a:lnTo>
                  <a:pt x="276424" y="5143499"/>
                </a:lnTo>
                <a:close/>
              </a:path>
            </a:pathLst>
          </a:custGeom>
          <a:solidFill>
            <a:srgbClr val="14397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1620362-B707-48D8-58AC-C5D24E0E1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01" y="-4596"/>
            <a:ext cx="5715000" cy="51435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5486400" cy="5143500"/>
          </a:xfrm>
          <a:custGeom>
            <a:avLst/>
            <a:gdLst/>
            <a:ahLst/>
            <a:cxnLst/>
            <a:rect l="l" t="t" r="r" b="b"/>
            <a:pathLst>
              <a:path w="5291455" h="5143500">
                <a:moveTo>
                  <a:pt x="5291325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3725500" y="0"/>
                </a:lnTo>
                <a:lnTo>
                  <a:pt x="5291325" y="5143499"/>
                </a:lnTo>
                <a:close/>
              </a:path>
            </a:pathLst>
          </a:custGeom>
          <a:solidFill>
            <a:srgbClr val="1439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03650" y="1504950"/>
            <a:ext cx="2790203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800" b="1" dirty="0">
                <a:solidFill>
                  <a:srgbClr val="F3F3F3"/>
                </a:solidFill>
                <a:latin typeface="Arial"/>
                <a:cs typeface="Arial"/>
              </a:rPr>
              <a:t>Beneficios de la Inclusión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50" y="2580925"/>
            <a:ext cx="3106350" cy="17770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lang="es-CO" sz="1600" spc="-55" dirty="0">
                <a:solidFill>
                  <a:srgbClr val="F3F3F3"/>
                </a:solidFill>
                <a:latin typeface="Trebuchet MS"/>
                <a:cs typeface="Trebuchet MS"/>
              </a:rPr>
              <a:t>• Diversificación de la oferta turística.</a:t>
            </a:r>
          </a:p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lang="es-CO" sz="1600" spc="-55" dirty="0">
                <a:solidFill>
                  <a:srgbClr val="F3F3F3"/>
                </a:solidFill>
                <a:latin typeface="Trebuchet MS"/>
                <a:cs typeface="Trebuchet MS"/>
              </a:rPr>
              <a:t>• Fortalecimiento de la economía local.</a:t>
            </a:r>
          </a:p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lang="es-CO" sz="1600" spc="-55" dirty="0">
                <a:solidFill>
                  <a:srgbClr val="F3F3F3"/>
                </a:solidFill>
                <a:latin typeface="Trebuchet MS"/>
                <a:cs typeface="Trebuchet MS"/>
              </a:rPr>
              <a:t>• Promoción del bienestar comunitario.</a:t>
            </a:r>
          </a:p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lang="es-CO" sz="1600" spc="-55" dirty="0">
                <a:solidFill>
                  <a:srgbClr val="F3F3F3"/>
                </a:solidFill>
                <a:latin typeface="Trebuchet MS"/>
                <a:cs typeface="Trebuchet MS"/>
              </a:rPr>
              <a:t>• Integración intergeneracional.</a:t>
            </a:r>
            <a:endParaRPr sz="1600" dirty="0">
              <a:latin typeface="Trebuchet MS"/>
              <a:cs typeface="Trebuchet M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1FC8DFE-2D24-4C85-12E4-14F2DEE7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630" y="4220003"/>
            <a:ext cx="902286" cy="896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902029"/>
            <a:ext cx="5947410" cy="3642995"/>
            <a:chOff x="-9525" y="902029"/>
            <a:chExt cx="5947410" cy="3642995"/>
          </a:xfrm>
        </p:grpSpPr>
        <p:sp>
          <p:nvSpPr>
            <p:cNvPr id="3" name="object 3"/>
            <p:cNvSpPr/>
            <p:nvPr/>
          </p:nvSpPr>
          <p:spPr>
            <a:xfrm>
              <a:off x="0" y="1080595"/>
              <a:ext cx="2917825" cy="3448050"/>
            </a:xfrm>
            <a:custGeom>
              <a:avLst/>
              <a:gdLst/>
              <a:ahLst/>
              <a:cxnLst/>
              <a:rect l="l" t="t" r="r" b="b"/>
              <a:pathLst>
                <a:path w="2917825" h="3448050">
                  <a:moveTo>
                    <a:pt x="0" y="0"/>
                  </a:moveTo>
                  <a:lnTo>
                    <a:pt x="2055723" y="0"/>
                  </a:lnTo>
                  <a:lnTo>
                    <a:pt x="2917623" y="1723799"/>
                  </a:lnTo>
                  <a:lnTo>
                    <a:pt x="2055723" y="3447598"/>
                  </a:lnTo>
                  <a:lnTo>
                    <a:pt x="0" y="3447598"/>
                  </a:lnTo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57048" y="1536841"/>
              <a:ext cx="2769235" cy="2399665"/>
            </a:xfrm>
            <a:custGeom>
              <a:avLst/>
              <a:gdLst/>
              <a:ahLst/>
              <a:cxnLst/>
              <a:rect l="l" t="t" r="r" b="b"/>
              <a:pathLst>
                <a:path w="2769235" h="2399665">
                  <a:moveTo>
                    <a:pt x="2169224" y="2399098"/>
                  </a:moveTo>
                  <a:lnTo>
                    <a:pt x="599775" y="2399098"/>
                  </a:lnTo>
                  <a:lnTo>
                    <a:pt x="0" y="1199549"/>
                  </a:lnTo>
                  <a:lnTo>
                    <a:pt x="599775" y="0"/>
                  </a:lnTo>
                  <a:lnTo>
                    <a:pt x="2169224" y="0"/>
                  </a:lnTo>
                  <a:lnTo>
                    <a:pt x="2768999" y="1199549"/>
                  </a:lnTo>
                  <a:lnTo>
                    <a:pt x="2169224" y="2399098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94651" y="911554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1514699" y="1675199"/>
                  </a:moveTo>
                  <a:lnTo>
                    <a:pt x="418799" y="1675199"/>
                  </a:lnTo>
                  <a:lnTo>
                    <a:pt x="0" y="837599"/>
                  </a:ln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94651" y="911554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0" y="837599"/>
                  </a:move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lnTo>
                    <a:pt x="418799" y="1675199"/>
                  </a:lnTo>
                  <a:lnTo>
                    <a:pt x="0" y="837599"/>
                  </a:lnTo>
                  <a:close/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94620" y="2859741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1514699" y="1675199"/>
                  </a:moveTo>
                  <a:lnTo>
                    <a:pt x="418799" y="1675199"/>
                  </a:lnTo>
                  <a:lnTo>
                    <a:pt x="0" y="837599"/>
                  </a:ln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94620" y="2859741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0" y="837599"/>
                  </a:move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lnTo>
                    <a:pt x="418799" y="1675199"/>
                  </a:lnTo>
                  <a:lnTo>
                    <a:pt x="0" y="837599"/>
                  </a:lnTo>
                  <a:close/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0397" y="1888705"/>
              <a:ext cx="222348" cy="2223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21964" y="1846184"/>
              <a:ext cx="439420" cy="424815"/>
            </a:xfrm>
            <a:custGeom>
              <a:avLst/>
              <a:gdLst/>
              <a:ahLst/>
              <a:cxnLst/>
              <a:rect l="l" t="t" r="r" b="b"/>
              <a:pathLst>
                <a:path w="439419" h="424814">
                  <a:moveTo>
                    <a:pt x="373994" y="50134"/>
                  </a:moveTo>
                  <a:lnTo>
                    <a:pt x="355877" y="50134"/>
                  </a:lnTo>
                  <a:lnTo>
                    <a:pt x="394216" y="12619"/>
                  </a:lnTo>
                  <a:lnTo>
                    <a:pt x="375081" y="12619"/>
                  </a:lnTo>
                  <a:lnTo>
                    <a:pt x="375081" y="0"/>
                  </a:lnTo>
                  <a:lnTo>
                    <a:pt x="416095" y="0"/>
                  </a:lnTo>
                  <a:lnTo>
                    <a:pt x="416095" y="21397"/>
                  </a:lnTo>
                  <a:lnTo>
                    <a:pt x="403406" y="21397"/>
                  </a:lnTo>
                  <a:lnTo>
                    <a:pt x="373994" y="50134"/>
                  </a:lnTo>
                  <a:close/>
                </a:path>
                <a:path w="439419" h="424814">
                  <a:moveTo>
                    <a:pt x="50644" y="252316"/>
                  </a:moveTo>
                  <a:lnTo>
                    <a:pt x="33057" y="252316"/>
                  </a:lnTo>
                  <a:lnTo>
                    <a:pt x="43687" y="241276"/>
                  </a:lnTo>
                  <a:lnTo>
                    <a:pt x="24405" y="203061"/>
                  </a:lnTo>
                  <a:lnTo>
                    <a:pt x="16512" y="161801"/>
                  </a:lnTo>
                  <a:lnTo>
                    <a:pt x="20009" y="120048"/>
                  </a:lnTo>
                  <a:lnTo>
                    <a:pt x="34810" y="80584"/>
                  </a:lnTo>
                  <a:lnTo>
                    <a:pt x="34897" y="80351"/>
                  </a:lnTo>
                  <a:lnTo>
                    <a:pt x="61176" y="45264"/>
                  </a:lnTo>
                  <a:lnTo>
                    <a:pt x="111852" y="11625"/>
                  </a:lnTo>
                  <a:lnTo>
                    <a:pt x="169581" y="412"/>
                  </a:lnTo>
                  <a:lnTo>
                    <a:pt x="198890" y="3215"/>
                  </a:lnTo>
                  <a:lnTo>
                    <a:pt x="227323" y="11625"/>
                  </a:lnTo>
                  <a:lnTo>
                    <a:pt x="229999" y="13031"/>
                  </a:lnTo>
                  <a:lnTo>
                    <a:pt x="169606" y="13031"/>
                  </a:lnTo>
                  <a:lnTo>
                    <a:pt x="142696" y="15603"/>
                  </a:lnTo>
                  <a:lnTo>
                    <a:pt x="92141" y="36178"/>
                  </a:lnTo>
                  <a:lnTo>
                    <a:pt x="43757" y="90680"/>
                  </a:lnTo>
                  <a:lnTo>
                    <a:pt x="30589" y="132134"/>
                  </a:lnTo>
                  <a:lnTo>
                    <a:pt x="30661" y="175461"/>
                  </a:lnTo>
                  <a:lnTo>
                    <a:pt x="43757" y="216673"/>
                  </a:lnTo>
                  <a:lnTo>
                    <a:pt x="68904" y="251494"/>
                  </a:lnTo>
                  <a:lnTo>
                    <a:pt x="51437" y="251494"/>
                  </a:lnTo>
                  <a:lnTo>
                    <a:pt x="50644" y="252316"/>
                  </a:lnTo>
                  <a:close/>
                </a:path>
                <a:path w="439419" h="424814">
                  <a:moveTo>
                    <a:pt x="229926" y="294291"/>
                  </a:moveTo>
                  <a:lnTo>
                    <a:pt x="169572" y="294291"/>
                  </a:lnTo>
                  <a:lnTo>
                    <a:pt x="196455" y="291719"/>
                  </a:lnTo>
                  <a:lnTo>
                    <a:pt x="222533" y="284003"/>
                  </a:lnTo>
                  <a:lnTo>
                    <a:pt x="269052" y="253141"/>
                  </a:lnTo>
                  <a:lnTo>
                    <a:pt x="295388" y="216673"/>
                  </a:lnTo>
                  <a:lnTo>
                    <a:pt x="308484" y="175461"/>
                  </a:lnTo>
                  <a:lnTo>
                    <a:pt x="308556" y="132134"/>
                  </a:lnTo>
                  <a:lnTo>
                    <a:pt x="295388" y="90680"/>
                  </a:lnTo>
                  <a:lnTo>
                    <a:pt x="269052" y="54181"/>
                  </a:lnTo>
                  <a:lnTo>
                    <a:pt x="222544" y="23318"/>
                  </a:lnTo>
                  <a:lnTo>
                    <a:pt x="169606" y="13031"/>
                  </a:lnTo>
                  <a:lnTo>
                    <a:pt x="229999" y="13031"/>
                  </a:lnTo>
                  <a:lnTo>
                    <a:pt x="278036" y="45264"/>
                  </a:lnTo>
                  <a:lnTo>
                    <a:pt x="304636" y="80997"/>
                  </a:lnTo>
                  <a:lnTo>
                    <a:pt x="310888" y="94095"/>
                  </a:lnTo>
                  <a:lnTo>
                    <a:pt x="329023" y="94095"/>
                  </a:lnTo>
                  <a:lnTo>
                    <a:pt x="315688" y="107126"/>
                  </a:lnTo>
                  <a:lnTo>
                    <a:pt x="322338" y="141033"/>
                  </a:lnTo>
                  <a:lnTo>
                    <a:pt x="321311" y="175234"/>
                  </a:lnTo>
                  <a:lnTo>
                    <a:pt x="321304" y="175461"/>
                  </a:lnTo>
                  <a:lnTo>
                    <a:pt x="312593" y="209001"/>
                  </a:lnTo>
                  <a:lnTo>
                    <a:pt x="296210" y="240246"/>
                  </a:lnTo>
                  <a:lnTo>
                    <a:pt x="305831" y="250533"/>
                  </a:lnTo>
                  <a:lnTo>
                    <a:pt x="288530" y="250533"/>
                  </a:lnTo>
                  <a:lnTo>
                    <a:pt x="285237" y="254511"/>
                  </a:lnTo>
                  <a:lnTo>
                    <a:pt x="281739" y="258420"/>
                  </a:lnTo>
                  <a:lnTo>
                    <a:pt x="274195" y="265966"/>
                  </a:lnTo>
                  <a:lnTo>
                    <a:pt x="270150" y="269601"/>
                  </a:lnTo>
                  <a:lnTo>
                    <a:pt x="266033" y="272961"/>
                  </a:lnTo>
                  <a:lnTo>
                    <a:pt x="273106" y="280505"/>
                  </a:lnTo>
                  <a:lnTo>
                    <a:pt x="255815" y="280505"/>
                  </a:lnTo>
                  <a:lnTo>
                    <a:pt x="235642" y="292077"/>
                  </a:lnTo>
                  <a:lnTo>
                    <a:pt x="229926" y="294291"/>
                  </a:lnTo>
                  <a:close/>
                </a:path>
                <a:path w="439419" h="424814">
                  <a:moveTo>
                    <a:pt x="416095" y="41013"/>
                  </a:moveTo>
                  <a:lnTo>
                    <a:pt x="403406" y="41013"/>
                  </a:lnTo>
                  <a:lnTo>
                    <a:pt x="403406" y="21397"/>
                  </a:lnTo>
                  <a:lnTo>
                    <a:pt x="416095" y="21397"/>
                  </a:lnTo>
                  <a:lnTo>
                    <a:pt x="416095" y="41013"/>
                  </a:lnTo>
                  <a:close/>
                </a:path>
                <a:path w="439419" h="424814">
                  <a:moveTo>
                    <a:pt x="329023" y="94095"/>
                  </a:moveTo>
                  <a:lnTo>
                    <a:pt x="310888" y="94095"/>
                  </a:lnTo>
                  <a:lnTo>
                    <a:pt x="324741" y="80584"/>
                  </a:lnTo>
                  <a:lnTo>
                    <a:pt x="322958" y="77291"/>
                  </a:lnTo>
                  <a:lnTo>
                    <a:pt x="321930" y="73589"/>
                  </a:lnTo>
                  <a:lnTo>
                    <a:pt x="321930" y="69611"/>
                  </a:lnTo>
                  <a:lnTo>
                    <a:pt x="323701" y="60819"/>
                  </a:lnTo>
                  <a:lnTo>
                    <a:pt x="328531" y="53648"/>
                  </a:lnTo>
                  <a:lnTo>
                    <a:pt x="335703" y="48817"/>
                  </a:lnTo>
                  <a:lnTo>
                    <a:pt x="344494" y="47047"/>
                  </a:lnTo>
                  <a:lnTo>
                    <a:pt x="348609" y="47047"/>
                  </a:lnTo>
                  <a:lnTo>
                    <a:pt x="352517" y="48145"/>
                  </a:lnTo>
                  <a:lnTo>
                    <a:pt x="355877" y="50134"/>
                  </a:lnTo>
                  <a:lnTo>
                    <a:pt x="373994" y="50134"/>
                  </a:lnTo>
                  <a:lnTo>
                    <a:pt x="364588" y="59324"/>
                  </a:lnTo>
                  <a:lnTo>
                    <a:pt x="364763" y="59666"/>
                  </a:lnTo>
                  <a:lnTo>
                    <a:pt x="339006" y="59666"/>
                  </a:lnTo>
                  <a:lnTo>
                    <a:pt x="334549" y="64124"/>
                  </a:lnTo>
                  <a:lnTo>
                    <a:pt x="334549" y="75029"/>
                  </a:lnTo>
                  <a:lnTo>
                    <a:pt x="339006" y="79487"/>
                  </a:lnTo>
                  <a:lnTo>
                    <a:pt x="364526" y="79487"/>
                  </a:lnTo>
                  <a:lnTo>
                    <a:pt x="360431" y="85548"/>
                  </a:lnTo>
                  <a:lnTo>
                    <a:pt x="354683" y="89431"/>
                  </a:lnTo>
                  <a:lnTo>
                    <a:pt x="333795" y="89431"/>
                  </a:lnTo>
                  <a:lnTo>
                    <a:pt x="329023" y="94095"/>
                  </a:lnTo>
                  <a:close/>
                </a:path>
                <a:path w="439419" h="424814">
                  <a:moveTo>
                    <a:pt x="364526" y="79487"/>
                  </a:moveTo>
                  <a:lnTo>
                    <a:pt x="349912" y="79487"/>
                  </a:lnTo>
                  <a:lnTo>
                    <a:pt x="354370" y="75029"/>
                  </a:lnTo>
                  <a:lnTo>
                    <a:pt x="354370" y="64124"/>
                  </a:lnTo>
                  <a:lnTo>
                    <a:pt x="349912" y="59666"/>
                  </a:lnTo>
                  <a:lnTo>
                    <a:pt x="364763" y="59666"/>
                  </a:lnTo>
                  <a:lnTo>
                    <a:pt x="366164" y="62410"/>
                  </a:lnTo>
                  <a:lnTo>
                    <a:pt x="367058" y="65909"/>
                  </a:lnTo>
                  <a:lnTo>
                    <a:pt x="367058" y="69611"/>
                  </a:lnTo>
                  <a:lnTo>
                    <a:pt x="365278" y="78374"/>
                  </a:lnTo>
                  <a:lnTo>
                    <a:pt x="364526" y="79487"/>
                  </a:lnTo>
                  <a:close/>
                </a:path>
                <a:path w="439419" h="424814">
                  <a:moveTo>
                    <a:pt x="344494" y="92175"/>
                  </a:moveTo>
                  <a:lnTo>
                    <a:pt x="340583" y="92175"/>
                  </a:lnTo>
                  <a:lnTo>
                    <a:pt x="336948" y="91214"/>
                  </a:lnTo>
                  <a:lnTo>
                    <a:pt x="333795" y="89431"/>
                  </a:lnTo>
                  <a:lnTo>
                    <a:pt x="354683" y="89431"/>
                  </a:lnTo>
                  <a:lnTo>
                    <a:pt x="353257" y="90395"/>
                  </a:lnTo>
                  <a:lnTo>
                    <a:pt x="344494" y="92175"/>
                  </a:lnTo>
                  <a:close/>
                </a:path>
                <a:path w="439419" h="424814">
                  <a:moveTo>
                    <a:pt x="22563" y="294907"/>
                  </a:moveTo>
                  <a:lnTo>
                    <a:pt x="125" y="272961"/>
                  </a:lnTo>
                  <a:lnTo>
                    <a:pt x="0" y="272343"/>
                  </a:lnTo>
                  <a:lnTo>
                    <a:pt x="1780" y="263552"/>
                  </a:lnTo>
                  <a:lnTo>
                    <a:pt x="6627" y="256380"/>
                  </a:lnTo>
                  <a:lnTo>
                    <a:pt x="13883" y="251494"/>
                  </a:lnTo>
                  <a:lnTo>
                    <a:pt x="14073" y="251494"/>
                  </a:lnTo>
                  <a:lnTo>
                    <a:pt x="22563" y="249779"/>
                  </a:lnTo>
                  <a:lnTo>
                    <a:pt x="26335" y="249779"/>
                  </a:lnTo>
                  <a:lnTo>
                    <a:pt x="29901" y="250670"/>
                  </a:lnTo>
                  <a:lnTo>
                    <a:pt x="33057" y="252316"/>
                  </a:lnTo>
                  <a:lnTo>
                    <a:pt x="50644" y="252316"/>
                  </a:lnTo>
                  <a:lnTo>
                    <a:pt x="42178" y="261096"/>
                  </a:lnTo>
                  <a:lnTo>
                    <a:pt x="42895" y="262398"/>
                  </a:lnTo>
                  <a:lnTo>
                    <a:pt x="17076" y="262398"/>
                  </a:lnTo>
                  <a:lnTo>
                    <a:pt x="12688" y="266857"/>
                  </a:lnTo>
                  <a:lnTo>
                    <a:pt x="12688" y="277761"/>
                  </a:lnTo>
                  <a:lnTo>
                    <a:pt x="17076" y="282220"/>
                  </a:lnTo>
                  <a:lnTo>
                    <a:pt x="42595" y="282220"/>
                  </a:lnTo>
                  <a:lnTo>
                    <a:pt x="38501" y="288280"/>
                  </a:lnTo>
                  <a:lnTo>
                    <a:pt x="31326" y="293127"/>
                  </a:lnTo>
                  <a:lnTo>
                    <a:pt x="22563" y="294907"/>
                  </a:lnTo>
                  <a:close/>
                </a:path>
                <a:path w="439419" h="424814">
                  <a:moveTo>
                    <a:pt x="305539" y="296004"/>
                  </a:moveTo>
                  <a:lnTo>
                    <a:pt x="287638" y="296004"/>
                  </a:lnTo>
                  <a:lnTo>
                    <a:pt x="310063" y="273577"/>
                  </a:lnTo>
                  <a:lnTo>
                    <a:pt x="288530" y="250533"/>
                  </a:lnTo>
                  <a:lnTo>
                    <a:pt x="305831" y="250533"/>
                  </a:lnTo>
                  <a:lnTo>
                    <a:pt x="318980" y="264593"/>
                  </a:lnTo>
                  <a:lnTo>
                    <a:pt x="337395" y="264593"/>
                  </a:lnTo>
                  <a:lnTo>
                    <a:pt x="346137" y="273303"/>
                  </a:lnTo>
                  <a:lnTo>
                    <a:pt x="328240" y="273303"/>
                  </a:lnTo>
                  <a:lnTo>
                    <a:pt x="305539" y="296004"/>
                  </a:lnTo>
                  <a:close/>
                </a:path>
                <a:path w="439419" h="424814">
                  <a:moveTo>
                    <a:pt x="169606" y="306977"/>
                  </a:moveTo>
                  <a:lnTo>
                    <a:pt x="111867" y="295764"/>
                  </a:lnTo>
                  <a:lnTo>
                    <a:pt x="61176" y="262124"/>
                  </a:lnTo>
                  <a:lnTo>
                    <a:pt x="51437" y="251494"/>
                  </a:lnTo>
                  <a:lnTo>
                    <a:pt x="68904" y="251494"/>
                  </a:lnTo>
                  <a:lnTo>
                    <a:pt x="70093" y="253141"/>
                  </a:lnTo>
                  <a:lnTo>
                    <a:pt x="92143" y="271144"/>
                  </a:lnTo>
                  <a:lnTo>
                    <a:pt x="116610" y="284003"/>
                  </a:lnTo>
                  <a:lnTo>
                    <a:pt x="142689" y="291719"/>
                  </a:lnTo>
                  <a:lnTo>
                    <a:pt x="169572" y="294291"/>
                  </a:lnTo>
                  <a:lnTo>
                    <a:pt x="229926" y="294291"/>
                  </a:lnTo>
                  <a:lnTo>
                    <a:pt x="214280" y="300350"/>
                  </a:lnTo>
                  <a:lnTo>
                    <a:pt x="192132" y="305319"/>
                  </a:lnTo>
                  <a:lnTo>
                    <a:pt x="169606" y="306977"/>
                  </a:lnTo>
                  <a:close/>
                </a:path>
                <a:path w="439419" h="424814">
                  <a:moveTo>
                    <a:pt x="337395" y="264593"/>
                  </a:moveTo>
                  <a:lnTo>
                    <a:pt x="318980" y="264593"/>
                  </a:lnTo>
                  <a:lnTo>
                    <a:pt x="328170" y="255403"/>
                  </a:lnTo>
                  <a:lnTo>
                    <a:pt x="337395" y="264593"/>
                  </a:lnTo>
                  <a:close/>
                </a:path>
                <a:path w="439419" h="424814">
                  <a:moveTo>
                    <a:pt x="42595" y="282220"/>
                  </a:moveTo>
                  <a:lnTo>
                    <a:pt x="28051" y="282220"/>
                  </a:lnTo>
                  <a:lnTo>
                    <a:pt x="32439" y="277761"/>
                  </a:lnTo>
                  <a:lnTo>
                    <a:pt x="32439" y="266857"/>
                  </a:lnTo>
                  <a:lnTo>
                    <a:pt x="28051" y="262398"/>
                  </a:lnTo>
                  <a:lnTo>
                    <a:pt x="42895" y="262398"/>
                  </a:lnTo>
                  <a:lnTo>
                    <a:pt x="44030" y="264456"/>
                  </a:lnTo>
                  <a:lnTo>
                    <a:pt x="45128" y="268228"/>
                  </a:lnTo>
                  <a:lnTo>
                    <a:pt x="45002" y="272961"/>
                  </a:lnTo>
                  <a:lnTo>
                    <a:pt x="43470" y="280505"/>
                  </a:lnTo>
                  <a:lnTo>
                    <a:pt x="43348" y="281106"/>
                  </a:lnTo>
                  <a:lnTo>
                    <a:pt x="42595" y="282220"/>
                  </a:lnTo>
                  <a:close/>
                </a:path>
                <a:path w="439419" h="424814">
                  <a:moveTo>
                    <a:pt x="397780" y="406905"/>
                  </a:moveTo>
                  <a:lnTo>
                    <a:pt x="379881" y="406905"/>
                  </a:lnTo>
                  <a:lnTo>
                    <a:pt x="421031" y="365755"/>
                  </a:lnTo>
                  <a:lnTo>
                    <a:pt x="328240" y="273303"/>
                  </a:lnTo>
                  <a:lnTo>
                    <a:pt x="346137" y="273303"/>
                  </a:lnTo>
                  <a:lnTo>
                    <a:pt x="438932" y="365755"/>
                  </a:lnTo>
                  <a:lnTo>
                    <a:pt x="397780" y="406905"/>
                  </a:lnTo>
                  <a:close/>
                </a:path>
                <a:path w="439419" h="424814">
                  <a:moveTo>
                    <a:pt x="379881" y="424803"/>
                  </a:moveTo>
                  <a:lnTo>
                    <a:pt x="269119" y="314454"/>
                  </a:lnTo>
                  <a:lnTo>
                    <a:pt x="278654" y="304988"/>
                  </a:lnTo>
                  <a:lnTo>
                    <a:pt x="255815" y="280505"/>
                  </a:lnTo>
                  <a:lnTo>
                    <a:pt x="273106" y="280505"/>
                  </a:lnTo>
                  <a:lnTo>
                    <a:pt x="287638" y="296004"/>
                  </a:lnTo>
                  <a:lnTo>
                    <a:pt x="305539" y="296004"/>
                  </a:lnTo>
                  <a:lnTo>
                    <a:pt x="287089" y="314454"/>
                  </a:lnTo>
                  <a:lnTo>
                    <a:pt x="379881" y="406905"/>
                  </a:lnTo>
                  <a:lnTo>
                    <a:pt x="397780" y="406905"/>
                  </a:lnTo>
                  <a:lnTo>
                    <a:pt x="379881" y="424803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2028" y="2137868"/>
              <a:ext cx="82300" cy="730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90545" y="1962505"/>
              <a:ext cx="354965" cy="288290"/>
            </a:xfrm>
            <a:custGeom>
              <a:avLst/>
              <a:gdLst/>
              <a:ahLst/>
              <a:cxnLst/>
              <a:rect l="l" t="t" r="r" b="b"/>
              <a:pathLst>
                <a:path w="354964" h="288289">
                  <a:moveTo>
                    <a:pt x="12687" y="274472"/>
                  </a:moveTo>
                  <a:lnTo>
                    <a:pt x="0" y="274472"/>
                  </a:lnTo>
                  <a:lnTo>
                    <a:pt x="0" y="288251"/>
                  </a:lnTo>
                  <a:lnTo>
                    <a:pt x="12687" y="288251"/>
                  </a:lnTo>
                  <a:lnTo>
                    <a:pt x="12687" y="274472"/>
                  </a:lnTo>
                  <a:close/>
                </a:path>
                <a:path w="354964" h="288289">
                  <a:moveTo>
                    <a:pt x="12687" y="197116"/>
                  </a:moveTo>
                  <a:lnTo>
                    <a:pt x="0" y="197116"/>
                  </a:lnTo>
                  <a:lnTo>
                    <a:pt x="0" y="210959"/>
                  </a:lnTo>
                  <a:lnTo>
                    <a:pt x="12687" y="210959"/>
                  </a:lnTo>
                  <a:lnTo>
                    <a:pt x="12687" y="197116"/>
                  </a:lnTo>
                  <a:close/>
                </a:path>
                <a:path w="354964" h="288289">
                  <a:moveTo>
                    <a:pt x="116992" y="223723"/>
                  </a:moveTo>
                  <a:lnTo>
                    <a:pt x="104305" y="223723"/>
                  </a:lnTo>
                  <a:lnTo>
                    <a:pt x="104305" y="237502"/>
                  </a:lnTo>
                  <a:lnTo>
                    <a:pt x="116992" y="237502"/>
                  </a:lnTo>
                  <a:lnTo>
                    <a:pt x="116992" y="223723"/>
                  </a:lnTo>
                  <a:close/>
                </a:path>
                <a:path w="354964" h="288289">
                  <a:moveTo>
                    <a:pt x="298475" y="109867"/>
                  </a:moveTo>
                  <a:lnTo>
                    <a:pt x="285788" y="109867"/>
                  </a:lnTo>
                  <a:lnTo>
                    <a:pt x="285788" y="123659"/>
                  </a:lnTo>
                  <a:lnTo>
                    <a:pt x="298475" y="123659"/>
                  </a:lnTo>
                  <a:lnTo>
                    <a:pt x="298475" y="109867"/>
                  </a:lnTo>
                  <a:close/>
                </a:path>
                <a:path w="354964" h="288289">
                  <a:moveTo>
                    <a:pt x="312801" y="0"/>
                  </a:moveTo>
                  <a:lnTo>
                    <a:pt x="300189" y="0"/>
                  </a:lnTo>
                  <a:lnTo>
                    <a:pt x="300189" y="13792"/>
                  </a:lnTo>
                  <a:lnTo>
                    <a:pt x="312801" y="13792"/>
                  </a:lnTo>
                  <a:lnTo>
                    <a:pt x="312801" y="0"/>
                  </a:lnTo>
                  <a:close/>
                </a:path>
                <a:path w="354964" h="288289">
                  <a:moveTo>
                    <a:pt x="354774" y="58166"/>
                  </a:moveTo>
                  <a:lnTo>
                    <a:pt x="342087" y="58166"/>
                  </a:lnTo>
                  <a:lnTo>
                    <a:pt x="342087" y="71945"/>
                  </a:lnTo>
                  <a:lnTo>
                    <a:pt x="354774" y="71945"/>
                  </a:lnTo>
                  <a:lnTo>
                    <a:pt x="354774" y="58166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1875" y="1259958"/>
              <a:ext cx="78401" cy="7840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22215" y="1074978"/>
              <a:ext cx="277495" cy="2278380"/>
            </a:xfrm>
            <a:custGeom>
              <a:avLst/>
              <a:gdLst/>
              <a:ahLst/>
              <a:cxnLst/>
              <a:rect l="l" t="t" r="r" b="b"/>
              <a:pathLst>
                <a:path w="277495" h="2278379">
                  <a:moveTo>
                    <a:pt x="9550" y="281584"/>
                  </a:moveTo>
                  <a:lnTo>
                    <a:pt x="927" y="281584"/>
                  </a:lnTo>
                  <a:lnTo>
                    <a:pt x="927" y="291096"/>
                  </a:lnTo>
                  <a:lnTo>
                    <a:pt x="9550" y="291096"/>
                  </a:lnTo>
                  <a:lnTo>
                    <a:pt x="9550" y="281584"/>
                  </a:lnTo>
                  <a:close/>
                </a:path>
                <a:path w="277495" h="2278379">
                  <a:moveTo>
                    <a:pt x="9550" y="119672"/>
                  </a:moveTo>
                  <a:lnTo>
                    <a:pt x="927" y="119672"/>
                  </a:lnTo>
                  <a:lnTo>
                    <a:pt x="927" y="129184"/>
                  </a:lnTo>
                  <a:lnTo>
                    <a:pt x="9550" y="129184"/>
                  </a:lnTo>
                  <a:lnTo>
                    <a:pt x="9550" y="119672"/>
                  </a:lnTo>
                  <a:close/>
                </a:path>
                <a:path w="277495" h="2278379">
                  <a:moveTo>
                    <a:pt x="19164" y="50266"/>
                  </a:moveTo>
                  <a:lnTo>
                    <a:pt x="10490" y="50266"/>
                  </a:lnTo>
                  <a:lnTo>
                    <a:pt x="10490" y="59791"/>
                  </a:lnTo>
                  <a:lnTo>
                    <a:pt x="19164" y="59791"/>
                  </a:lnTo>
                  <a:lnTo>
                    <a:pt x="19164" y="50266"/>
                  </a:lnTo>
                  <a:close/>
                </a:path>
                <a:path w="277495" h="2278379">
                  <a:moveTo>
                    <a:pt x="23012" y="2202192"/>
                  </a:moveTo>
                  <a:lnTo>
                    <a:pt x="14528" y="2202192"/>
                  </a:lnTo>
                  <a:lnTo>
                    <a:pt x="14528" y="2236520"/>
                  </a:lnTo>
                  <a:lnTo>
                    <a:pt x="23012" y="2236520"/>
                  </a:lnTo>
                  <a:lnTo>
                    <a:pt x="23012" y="2202192"/>
                  </a:lnTo>
                  <a:close/>
                </a:path>
                <a:path w="277495" h="2278379">
                  <a:moveTo>
                    <a:pt x="23012" y="2185238"/>
                  </a:moveTo>
                  <a:lnTo>
                    <a:pt x="14528" y="2185238"/>
                  </a:lnTo>
                  <a:lnTo>
                    <a:pt x="14528" y="2193023"/>
                  </a:lnTo>
                  <a:lnTo>
                    <a:pt x="23012" y="2193023"/>
                  </a:lnTo>
                  <a:lnTo>
                    <a:pt x="23012" y="2185238"/>
                  </a:lnTo>
                  <a:close/>
                </a:path>
                <a:path w="277495" h="2278379">
                  <a:moveTo>
                    <a:pt x="27749" y="237642"/>
                  </a:moveTo>
                  <a:lnTo>
                    <a:pt x="19113" y="237642"/>
                  </a:lnTo>
                  <a:lnTo>
                    <a:pt x="19113" y="247167"/>
                  </a:lnTo>
                  <a:lnTo>
                    <a:pt x="27749" y="247167"/>
                  </a:lnTo>
                  <a:lnTo>
                    <a:pt x="27749" y="237642"/>
                  </a:lnTo>
                  <a:close/>
                </a:path>
                <a:path w="277495" h="2278379">
                  <a:moveTo>
                    <a:pt x="47663" y="2143937"/>
                  </a:moveTo>
                  <a:lnTo>
                    <a:pt x="40754" y="2142223"/>
                  </a:lnTo>
                  <a:lnTo>
                    <a:pt x="34556" y="2138832"/>
                  </a:lnTo>
                  <a:lnTo>
                    <a:pt x="29400" y="2134019"/>
                  </a:lnTo>
                  <a:lnTo>
                    <a:pt x="25577" y="2127986"/>
                  </a:lnTo>
                  <a:lnTo>
                    <a:pt x="17919" y="2131517"/>
                  </a:lnTo>
                  <a:lnTo>
                    <a:pt x="22885" y="2139391"/>
                  </a:lnTo>
                  <a:lnTo>
                    <a:pt x="29616" y="2145677"/>
                  </a:lnTo>
                  <a:lnTo>
                    <a:pt x="37693" y="2150084"/>
                  </a:lnTo>
                  <a:lnTo>
                    <a:pt x="46710" y="2152332"/>
                  </a:lnTo>
                  <a:lnTo>
                    <a:pt x="47663" y="2143937"/>
                  </a:lnTo>
                  <a:close/>
                </a:path>
                <a:path w="277495" h="2278379">
                  <a:moveTo>
                    <a:pt x="51752" y="15849"/>
                  </a:moveTo>
                  <a:lnTo>
                    <a:pt x="43078" y="15849"/>
                  </a:lnTo>
                  <a:lnTo>
                    <a:pt x="43078" y="25374"/>
                  </a:lnTo>
                  <a:lnTo>
                    <a:pt x="51752" y="25374"/>
                  </a:lnTo>
                  <a:lnTo>
                    <a:pt x="51752" y="15849"/>
                  </a:lnTo>
                  <a:close/>
                </a:path>
                <a:path w="277495" h="2278379">
                  <a:moveTo>
                    <a:pt x="63106" y="84645"/>
                  </a:moveTo>
                  <a:lnTo>
                    <a:pt x="54419" y="84645"/>
                  </a:lnTo>
                  <a:lnTo>
                    <a:pt x="54419" y="94157"/>
                  </a:lnTo>
                  <a:lnTo>
                    <a:pt x="63106" y="94157"/>
                  </a:lnTo>
                  <a:lnTo>
                    <a:pt x="63106" y="84645"/>
                  </a:lnTo>
                  <a:close/>
                </a:path>
                <a:path w="277495" h="2278379">
                  <a:moveTo>
                    <a:pt x="151244" y="2173414"/>
                  </a:moveTo>
                  <a:lnTo>
                    <a:pt x="145427" y="2167547"/>
                  </a:lnTo>
                  <a:lnTo>
                    <a:pt x="142811" y="2167547"/>
                  </a:lnTo>
                  <a:lnTo>
                    <a:pt x="142811" y="2178088"/>
                  </a:lnTo>
                  <a:lnTo>
                    <a:pt x="142811" y="2183079"/>
                  </a:lnTo>
                  <a:lnTo>
                    <a:pt x="140754" y="2185149"/>
                  </a:lnTo>
                  <a:lnTo>
                    <a:pt x="135712" y="2185149"/>
                  </a:lnTo>
                  <a:lnTo>
                    <a:pt x="133642" y="2183079"/>
                  </a:lnTo>
                  <a:lnTo>
                    <a:pt x="133642" y="2178088"/>
                  </a:lnTo>
                  <a:lnTo>
                    <a:pt x="135712" y="2176018"/>
                  </a:lnTo>
                  <a:lnTo>
                    <a:pt x="140754" y="2176018"/>
                  </a:lnTo>
                  <a:lnTo>
                    <a:pt x="142811" y="2178088"/>
                  </a:lnTo>
                  <a:lnTo>
                    <a:pt x="142811" y="2167547"/>
                  </a:lnTo>
                  <a:lnTo>
                    <a:pt x="131038" y="2167547"/>
                  </a:lnTo>
                  <a:lnTo>
                    <a:pt x="125209" y="2173414"/>
                  </a:lnTo>
                  <a:lnTo>
                    <a:pt x="125209" y="2187752"/>
                  </a:lnTo>
                  <a:lnTo>
                    <a:pt x="131038" y="2193620"/>
                  </a:lnTo>
                  <a:lnTo>
                    <a:pt x="145427" y="2193620"/>
                  </a:lnTo>
                  <a:lnTo>
                    <a:pt x="151244" y="2187752"/>
                  </a:lnTo>
                  <a:lnTo>
                    <a:pt x="151244" y="2185149"/>
                  </a:lnTo>
                  <a:lnTo>
                    <a:pt x="151244" y="2176018"/>
                  </a:lnTo>
                  <a:lnTo>
                    <a:pt x="151244" y="2173414"/>
                  </a:lnTo>
                  <a:close/>
                </a:path>
                <a:path w="277495" h="2278379">
                  <a:moveTo>
                    <a:pt x="200787" y="2255088"/>
                  </a:moveTo>
                  <a:lnTo>
                    <a:pt x="191122" y="2255088"/>
                  </a:lnTo>
                  <a:lnTo>
                    <a:pt x="191122" y="2263559"/>
                  </a:lnTo>
                  <a:lnTo>
                    <a:pt x="200787" y="2263559"/>
                  </a:lnTo>
                  <a:lnTo>
                    <a:pt x="200787" y="2255088"/>
                  </a:lnTo>
                  <a:close/>
                </a:path>
                <a:path w="277495" h="2278379">
                  <a:moveTo>
                    <a:pt x="200825" y="30810"/>
                  </a:moveTo>
                  <a:lnTo>
                    <a:pt x="192189" y="30810"/>
                  </a:lnTo>
                  <a:lnTo>
                    <a:pt x="192189" y="40322"/>
                  </a:lnTo>
                  <a:lnTo>
                    <a:pt x="200825" y="40322"/>
                  </a:lnTo>
                  <a:lnTo>
                    <a:pt x="200825" y="30810"/>
                  </a:lnTo>
                  <a:close/>
                </a:path>
                <a:path w="277495" h="2278379">
                  <a:moveTo>
                    <a:pt x="207657" y="2056638"/>
                  </a:moveTo>
                  <a:lnTo>
                    <a:pt x="195376" y="2056638"/>
                  </a:lnTo>
                  <a:lnTo>
                    <a:pt x="195376" y="2065108"/>
                  </a:lnTo>
                  <a:lnTo>
                    <a:pt x="207657" y="2065108"/>
                  </a:lnTo>
                  <a:lnTo>
                    <a:pt x="207657" y="2056638"/>
                  </a:lnTo>
                  <a:close/>
                </a:path>
                <a:path w="277495" h="2278379">
                  <a:moveTo>
                    <a:pt x="213436" y="276847"/>
                  </a:moveTo>
                  <a:lnTo>
                    <a:pt x="204800" y="276847"/>
                  </a:lnTo>
                  <a:lnTo>
                    <a:pt x="204800" y="286359"/>
                  </a:lnTo>
                  <a:lnTo>
                    <a:pt x="213436" y="286359"/>
                  </a:lnTo>
                  <a:lnTo>
                    <a:pt x="213436" y="276847"/>
                  </a:lnTo>
                  <a:close/>
                </a:path>
                <a:path w="277495" h="2278379">
                  <a:moveTo>
                    <a:pt x="220472" y="248894"/>
                  </a:moveTo>
                  <a:lnTo>
                    <a:pt x="215074" y="242100"/>
                  </a:lnTo>
                  <a:lnTo>
                    <a:pt x="212407" y="244208"/>
                  </a:lnTo>
                  <a:lnTo>
                    <a:pt x="209638" y="246227"/>
                  </a:lnTo>
                  <a:lnTo>
                    <a:pt x="206768" y="248056"/>
                  </a:lnTo>
                  <a:lnTo>
                    <a:pt x="211467" y="255320"/>
                  </a:lnTo>
                  <a:lnTo>
                    <a:pt x="214553" y="253352"/>
                  </a:lnTo>
                  <a:lnTo>
                    <a:pt x="217563" y="251155"/>
                  </a:lnTo>
                  <a:lnTo>
                    <a:pt x="220472" y="248894"/>
                  </a:lnTo>
                  <a:close/>
                </a:path>
                <a:path w="277495" h="2278379">
                  <a:moveTo>
                    <a:pt x="244894" y="120929"/>
                  </a:moveTo>
                  <a:lnTo>
                    <a:pt x="242811" y="110705"/>
                  </a:lnTo>
                  <a:lnTo>
                    <a:pt x="237782" y="103251"/>
                  </a:lnTo>
                  <a:lnTo>
                    <a:pt x="237159" y="102323"/>
                  </a:lnTo>
                  <a:lnTo>
                    <a:pt x="236220" y="101688"/>
                  </a:lnTo>
                  <a:lnTo>
                    <a:pt x="236220" y="111175"/>
                  </a:lnTo>
                  <a:lnTo>
                    <a:pt x="236220" y="130683"/>
                  </a:lnTo>
                  <a:lnTo>
                    <a:pt x="228295" y="138658"/>
                  </a:lnTo>
                  <a:lnTo>
                    <a:pt x="208788" y="138658"/>
                  </a:lnTo>
                  <a:lnTo>
                    <a:pt x="200825" y="130683"/>
                  </a:lnTo>
                  <a:lnTo>
                    <a:pt x="200825" y="111175"/>
                  </a:lnTo>
                  <a:lnTo>
                    <a:pt x="208788" y="103251"/>
                  </a:lnTo>
                  <a:lnTo>
                    <a:pt x="228295" y="103251"/>
                  </a:lnTo>
                  <a:lnTo>
                    <a:pt x="236220" y="111175"/>
                  </a:lnTo>
                  <a:lnTo>
                    <a:pt x="236220" y="101688"/>
                  </a:lnTo>
                  <a:lnTo>
                    <a:pt x="228777" y="96659"/>
                  </a:lnTo>
                  <a:lnTo>
                    <a:pt x="218541" y="94576"/>
                  </a:lnTo>
                  <a:lnTo>
                    <a:pt x="208292" y="96659"/>
                  </a:lnTo>
                  <a:lnTo>
                    <a:pt x="199923" y="102323"/>
                  </a:lnTo>
                  <a:lnTo>
                    <a:pt x="194271" y="110705"/>
                  </a:lnTo>
                  <a:lnTo>
                    <a:pt x="194170" y="111175"/>
                  </a:lnTo>
                  <a:lnTo>
                    <a:pt x="192189" y="120929"/>
                  </a:lnTo>
                  <a:lnTo>
                    <a:pt x="194271" y="131178"/>
                  </a:lnTo>
                  <a:lnTo>
                    <a:pt x="199923" y="139560"/>
                  </a:lnTo>
                  <a:lnTo>
                    <a:pt x="208292" y="145211"/>
                  </a:lnTo>
                  <a:lnTo>
                    <a:pt x="218541" y="147281"/>
                  </a:lnTo>
                  <a:lnTo>
                    <a:pt x="228777" y="145211"/>
                  </a:lnTo>
                  <a:lnTo>
                    <a:pt x="237159" y="139560"/>
                  </a:lnTo>
                  <a:lnTo>
                    <a:pt x="237769" y="138658"/>
                  </a:lnTo>
                  <a:lnTo>
                    <a:pt x="242811" y="131178"/>
                  </a:lnTo>
                  <a:lnTo>
                    <a:pt x="242912" y="130683"/>
                  </a:lnTo>
                  <a:lnTo>
                    <a:pt x="244894" y="120929"/>
                  </a:lnTo>
                  <a:close/>
                </a:path>
                <a:path w="277495" h="2278379">
                  <a:moveTo>
                    <a:pt x="244894" y="8483"/>
                  </a:moveTo>
                  <a:lnTo>
                    <a:pt x="236220" y="8483"/>
                  </a:lnTo>
                  <a:lnTo>
                    <a:pt x="236220" y="18008"/>
                  </a:lnTo>
                  <a:lnTo>
                    <a:pt x="244894" y="18008"/>
                  </a:lnTo>
                  <a:lnTo>
                    <a:pt x="244894" y="8483"/>
                  </a:lnTo>
                  <a:close/>
                </a:path>
                <a:path w="277495" h="2278379">
                  <a:moveTo>
                    <a:pt x="259156" y="189395"/>
                  </a:moveTo>
                  <a:lnTo>
                    <a:pt x="250761" y="187236"/>
                  </a:lnTo>
                  <a:lnTo>
                    <a:pt x="246837" y="199275"/>
                  </a:lnTo>
                  <a:lnTo>
                    <a:pt x="241452" y="210731"/>
                  </a:lnTo>
                  <a:lnTo>
                    <a:pt x="234696" y="221462"/>
                  </a:lnTo>
                  <a:lnTo>
                    <a:pt x="226656" y="231317"/>
                  </a:lnTo>
                  <a:lnTo>
                    <a:pt x="233032" y="237172"/>
                  </a:lnTo>
                  <a:lnTo>
                    <a:pt x="241757" y="226517"/>
                  </a:lnTo>
                  <a:lnTo>
                    <a:pt x="249059" y="214884"/>
                  </a:lnTo>
                  <a:lnTo>
                    <a:pt x="254889" y="202463"/>
                  </a:lnTo>
                  <a:lnTo>
                    <a:pt x="259156" y="189395"/>
                  </a:lnTo>
                  <a:close/>
                </a:path>
                <a:path w="277495" h="2278379">
                  <a:moveTo>
                    <a:pt x="261924" y="2231199"/>
                  </a:moveTo>
                  <a:lnTo>
                    <a:pt x="253453" y="2231199"/>
                  </a:lnTo>
                  <a:lnTo>
                    <a:pt x="253453" y="2255088"/>
                  </a:lnTo>
                  <a:lnTo>
                    <a:pt x="208902" y="2255088"/>
                  </a:lnTo>
                  <a:lnTo>
                    <a:pt x="208902" y="2263559"/>
                  </a:lnTo>
                  <a:lnTo>
                    <a:pt x="261924" y="2263559"/>
                  </a:lnTo>
                  <a:lnTo>
                    <a:pt x="261924" y="2231199"/>
                  </a:lnTo>
                  <a:close/>
                </a:path>
                <a:path w="277495" h="2278379">
                  <a:moveTo>
                    <a:pt x="261924" y="2056638"/>
                  </a:moveTo>
                  <a:lnTo>
                    <a:pt x="222973" y="2056638"/>
                  </a:lnTo>
                  <a:lnTo>
                    <a:pt x="222973" y="2065108"/>
                  </a:lnTo>
                  <a:lnTo>
                    <a:pt x="253453" y="2065108"/>
                  </a:lnTo>
                  <a:lnTo>
                    <a:pt x="253453" y="2080971"/>
                  </a:lnTo>
                  <a:lnTo>
                    <a:pt x="261924" y="2080971"/>
                  </a:lnTo>
                  <a:lnTo>
                    <a:pt x="261924" y="2056638"/>
                  </a:lnTo>
                  <a:close/>
                </a:path>
                <a:path w="277495" h="2278379">
                  <a:moveTo>
                    <a:pt x="268770" y="281584"/>
                  </a:moveTo>
                  <a:lnTo>
                    <a:pt x="260096" y="281584"/>
                  </a:lnTo>
                  <a:lnTo>
                    <a:pt x="260096" y="291096"/>
                  </a:lnTo>
                  <a:lnTo>
                    <a:pt x="268770" y="291096"/>
                  </a:lnTo>
                  <a:lnTo>
                    <a:pt x="268770" y="281584"/>
                  </a:lnTo>
                  <a:close/>
                </a:path>
                <a:path w="277495" h="2278379">
                  <a:moveTo>
                    <a:pt x="268770" y="36995"/>
                  </a:moveTo>
                  <a:lnTo>
                    <a:pt x="260096" y="36995"/>
                  </a:lnTo>
                  <a:lnTo>
                    <a:pt x="260096" y="46520"/>
                  </a:lnTo>
                  <a:lnTo>
                    <a:pt x="268770" y="46520"/>
                  </a:lnTo>
                  <a:lnTo>
                    <a:pt x="268770" y="36995"/>
                  </a:lnTo>
                  <a:close/>
                </a:path>
                <a:path w="277495" h="2278379">
                  <a:moveTo>
                    <a:pt x="276453" y="2042109"/>
                  </a:moveTo>
                  <a:lnTo>
                    <a:pt x="267970" y="2042109"/>
                  </a:lnTo>
                  <a:lnTo>
                    <a:pt x="267970" y="2050580"/>
                  </a:lnTo>
                  <a:lnTo>
                    <a:pt x="267970" y="2117636"/>
                  </a:lnTo>
                  <a:lnTo>
                    <a:pt x="267970" y="2145271"/>
                  </a:lnTo>
                  <a:lnTo>
                    <a:pt x="267970" y="2269604"/>
                  </a:lnTo>
                  <a:lnTo>
                    <a:pt x="8483" y="2269604"/>
                  </a:lnTo>
                  <a:lnTo>
                    <a:pt x="8483" y="2145271"/>
                  </a:lnTo>
                  <a:lnTo>
                    <a:pt x="16243" y="2154237"/>
                  </a:lnTo>
                  <a:lnTo>
                    <a:pt x="25908" y="2161133"/>
                  </a:lnTo>
                  <a:lnTo>
                    <a:pt x="37109" y="2165566"/>
                  </a:lnTo>
                  <a:lnTo>
                    <a:pt x="49453" y="2167128"/>
                  </a:lnTo>
                  <a:lnTo>
                    <a:pt x="114300" y="2167128"/>
                  </a:lnTo>
                  <a:lnTo>
                    <a:pt x="114300" y="2205215"/>
                  </a:lnTo>
                  <a:lnTo>
                    <a:pt x="162153" y="2205215"/>
                  </a:lnTo>
                  <a:lnTo>
                    <a:pt x="162153" y="2196744"/>
                  </a:lnTo>
                  <a:lnTo>
                    <a:pt x="162153" y="2167128"/>
                  </a:lnTo>
                  <a:lnTo>
                    <a:pt x="226999" y="2167128"/>
                  </a:lnTo>
                  <a:lnTo>
                    <a:pt x="239344" y="2165566"/>
                  </a:lnTo>
                  <a:lnTo>
                    <a:pt x="250545" y="2161133"/>
                  </a:lnTo>
                  <a:lnTo>
                    <a:pt x="254025" y="2158657"/>
                  </a:lnTo>
                  <a:lnTo>
                    <a:pt x="260223" y="2154237"/>
                  </a:lnTo>
                  <a:lnTo>
                    <a:pt x="267970" y="2145271"/>
                  </a:lnTo>
                  <a:lnTo>
                    <a:pt x="267970" y="2117636"/>
                  </a:lnTo>
                  <a:lnTo>
                    <a:pt x="264756" y="2133600"/>
                  </a:lnTo>
                  <a:lnTo>
                    <a:pt x="255968" y="2146630"/>
                  </a:lnTo>
                  <a:lnTo>
                    <a:pt x="242938" y="2155431"/>
                  </a:lnTo>
                  <a:lnTo>
                    <a:pt x="226999" y="2158657"/>
                  </a:lnTo>
                  <a:lnTo>
                    <a:pt x="162153" y="2158657"/>
                  </a:lnTo>
                  <a:lnTo>
                    <a:pt x="162153" y="2129002"/>
                  </a:lnTo>
                  <a:lnTo>
                    <a:pt x="162153" y="2120569"/>
                  </a:lnTo>
                  <a:lnTo>
                    <a:pt x="153720" y="2120569"/>
                  </a:lnTo>
                  <a:lnTo>
                    <a:pt x="153720" y="2129002"/>
                  </a:lnTo>
                  <a:lnTo>
                    <a:pt x="153720" y="2196744"/>
                  </a:lnTo>
                  <a:lnTo>
                    <a:pt x="122732" y="2196744"/>
                  </a:lnTo>
                  <a:lnTo>
                    <a:pt x="122732" y="2158657"/>
                  </a:lnTo>
                  <a:lnTo>
                    <a:pt x="122732" y="2129002"/>
                  </a:lnTo>
                  <a:lnTo>
                    <a:pt x="153720" y="2129002"/>
                  </a:lnTo>
                  <a:lnTo>
                    <a:pt x="153720" y="2120569"/>
                  </a:lnTo>
                  <a:lnTo>
                    <a:pt x="114300" y="2120569"/>
                  </a:lnTo>
                  <a:lnTo>
                    <a:pt x="114300" y="2158657"/>
                  </a:lnTo>
                  <a:lnTo>
                    <a:pt x="49453" y="2158657"/>
                  </a:lnTo>
                  <a:lnTo>
                    <a:pt x="11709" y="2133600"/>
                  </a:lnTo>
                  <a:lnTo>
                    <a:pt x="8483" y="2117636"/>
                  </a:lnTo>
                  <a:lnTo>
                    <a:pt x="8483" y="2050580"/>
                  </a:lnTo>
                  <a:lnTo>
                    <a:pt x="267970" y="2050580"/>
                  </a:lnTo>
                  <a:lnTo>
                    <a:pt x="267970" y="2042109"/>
                  </a:lnTo>
                  <a:lnTo>
                    <a:pt x="199923" y="2042109"/>
                  </a:lnTo>
                  <a:lnTo>
                    <a:pt x="194538" y="2019706"/>
                  </a:lnTo>
                  <a:lnTo>
                    <a:pt x="191439" y="2015350"/>
                  </a:lnTo>
                  <a:lnTo>
                    <a:pt x="191439" y="2042109"/>
                  </a:lnTo>
                  <a:lnTo>
                    <a:pt x="177507" y="2042109"/>
                  </a:lnTo>
                  <a:lnTo>
                    <a:pt x="173685" y="2028342"/>
                  </a:lnTo>
                  <a:lnTo>
                    <a:pt x="169024" y="2022106"/>
                  </a:lnTo>
                  <a:lnTo>
                    <a:pt x="169024" y="2042109"/>
                  </a:lnTo>
                  <a:lnTo>
                    <a:pt x="107429" y="2042109"/>
                  </a:lnTo>
                  <a:lnTo>
                    <a:pt x="110578" y="2031644"/>
                  </a:lnTo>
                  <a:lnTo>
                    <a:pt x="117081" y="2023186"/>
                  </a:lnTo>
                  <a:lnTo>
                    <a:pt x="126174" y="2017534"/>
                  </a:lnTo>
                  <a:lnTo>
                    <a:pt x="137083" y="2015477"/>
                  </a:lnTo>
                  <a:lnTo>
                    <a:pt x="139369" y="2015477"/>
                  </a:lnTo>
                  <a:lnTo>
                    <a:pt x="150266" y="2017534"/>
                  </a:lnTo>
                  <a:lnTo>
                    <a:pt x="159359" y="2023186"/>
                  </a:lnTo>
                  <a:lnTo>
                    <a:pt x="165874" y="2031644"/>
                  </a:lnTo>
                  <a:lnTo>
                    <a:pt x="169024" y="2042109"/>
                  </a:lnTo>
                  <a:lnTo>
                    <a:pt x="169024" y="2022106"/>
                  </a:lnTo>
                  <a:lnTo>
                    <a:pt x="165354" y="2017191"/>
                  </a:lnTo>
                  <a:lnTo>
                    <a:pt x="162636" y="2015477"/>
                  </a:lnTo>
                  <a:lnTo>
                    <a:pt x="153555" y="2009724"/>
                  </a:lnTo>
                  <a:lnTo>
                    <a:pt x="139369" y="2006993"/>
                  </a:lnTo>
                  <a:lnTo>
                    <a:pt x="137083" y="2006993"/>
                  </a:lnTo>
                  <a:lnTo>
                    <a:pt x="122897" y="2009724"/>
                  </a:lnTo>
                  <a:lnTo>
                    <a:pt x="111112" y="2017191"/>
                  </a:lnTo>
                  <a:lnTo>
                    <a:pt x="102768" y="2028342"/>
                  </a:lnTo>
                  <a:lnTo>
                    <a:pt x="98945" y="2042109"/>
                  </a:lnTo>
                  <a:lnTo>
                    <a:pt x="85013" y="2042109"/>
                  </a:lnTo>
                  <a:lnTo>
                    <a:pt x="89712" y="2023008"/>
                  </a:lnTo>
                  <a:lnTo>
                    <a:pt x="100850" y="2007489"/>
                  </a:lnTo>
                  <a:lnTo>
                    <a:pt x="116903" y="1997062"/>
                  </a:lnTo>
                  <a:lnTo>
                    <a:pt x="136347" y="1993252"/>
                  </a:lnTo>
                  <a:lnTo>
                    <a:pt x="140106" y="1993252"/>
                  </a:lnTo>
                  <a:lnTo>
                    <a:pt x="175602" y="2007489"/>
                  </a:lnTo>
                  <a:lnTo>
                    <a:pt x="191439" y="2042109"/>
                  </a:lnTo>
                  <a:lnTo>
                    <a:pt x="191439" y="2015350"/>
                  </a:lnTo>
                  <a:lnTo>
                    <a:pt x="181584" y="2001494"/>
                  </a:lnTo>
                  <a:lnTo>
                    <a:pt x="168960" y="1993252"/>
                  </a:lnTo>
                  <a:lnTo>
                    <a:pt x="162839" y="1989251"/>
                  </a:lnTo>
                  <a:lnTo>
                    <a:pt x="140106" y="1984768"/>
                  </a:lnTo>
                  <a:lnTo>
                    <a:pt x="136347" y="1984768"/>
                  </a:lnTo>
                  <a:lnTo>
                    <a:pt x="113614" y="1989251"/>
                  </a:lnTo>
                  <a:lnTo>
                    <a:pt x="94881" y="2001494"/>
                  </a:lnTo>
                  <a:lnTo>
                    <a:pt x="81927" y="2019706"/>
                  </a:lnTo>
                  <a:lnTo>
                    <a:pt x="76542" y="2042109"/>
                  </a:lnTo>
                  <a:lnTo>
                    <a:pt x="0" y="2042109"/>
                  </a:lnTo>
                  <a:lnTo>
                    <a:pt x="0" y="2278088"/>
                  </a:lnTo>
                  <a:lnTo>
                    <a:pt x="276453" y="2278088"/>
                  </a:lnTo>
                  <a:lnTo>
                    <a:pt x="276453" y="2269604"/>
                  </a:lnTo>
                  <a:lnTo>
                    <a:pt x="276453" y="2145271"/>
                  </a:lnTo>
                  <a:lnTo>
                    <a:pt x="276453" y="2050580"/>
                  </a:lnTo>
                  <a:lnTo>
                    <a:pt x="276453" y="2042109"/>
                  </a:lnTo>
                  <a:close/>
                </a:path>
                <a:path w="277495" h="2278379">
                  <a:moveTo>
                    <a:pt x="277393" y="235953"/>
                  </a:moveTo>
                  <a:lnTo>
                    <a:pt x="268770" y="235953"/>
                  </a:lnTo>
                  <a:lnTo>
                    <a:pt x="268770" y="245478"/>
                  </a:lnTo>
                  <a:lnTo>
                    <a:pt x="277393" y="245478"/>
                  </a:lnTo>
                  <a:lnTo>
                    <a:pt x="277393" y="235953"/>
                  </a:lnTo>
                  <a:close/>
                </a:path>
                <a:path w="277495" h="2278379">
                  <a:moveTo>
                    <a:pt x="277393" y="107950"/>
                  </a:moveTo>
                  <a:lnTo>
                    <a:pt x="268770" y="107950"/>
                  </a:lnTo>
                  <a:lnTo>
                    <a:pt x="268770" y="116840"/>
                  </a:lnTo>
                  <a:lnTo>
                    <a:pt x="268770" y="123190"/>
                  </a:lnTo>
                  <a:lnTo>
                    <a:pt x="257797" y="123190"/>
                  </a:lnTo>
                  <a:lnTo>
                    <a:pt x="257136" y="127000"/>
                  </a:lnTo>
                  <a:lnTo>
                    <a:pt x="256146" y="133350"/>
                  </a:lnTo>
                  <a:lnTo>
                    <a:pt x="254000" y="138430"/>
                  </a:lnTo>
                  <a:lnTo>
                    <a:pt x="250710" y="142240"/>
                  </a:lnTo>
                  <a:lnTo>
                    <a:pt x="248653" y="146050"/>
                  </a:lnTo>
                  <a:lnTo>
                    <a:pt x="256438" y="153670"/>
                  </a:lnTo>
                  <a:lnTo>
                    <a:pt x="251650" y="158750"/>
                  </a:lnTo>
                  <a:lnTo>
                    <a:pt x="243916" y="149860"/>
                  </a:lnTo>
                  <a:lnTo>
                    <a:pt x="240919" y="152400"/>
                  </a:lnTo>
                  <a:lnTo>
                    <a:pt x="236270" y="156210"/>
                  </a:lnTo>
                  <a:lnTo>
                    <a:pt x="231063" y="157480"/>
                  </a:lnTo>
                  <a:lnTo>
                    <a:pt x="225437" y="158750"/>
                  </a:lnTo>
                  <a:lnTo>
                    <a:pt x="221869" y="160020"/>
                  </a:lnTo>
                  <a:lnTo>
                    <a:pt x="221869" y="170180"/>
                  </a:lnTo>
                  <a:lnTo>
                    <a:pt x="215163" y="170180"/>
                  </a:lnTo>
                  <a:lnTo>
                    <a:pt x="215163" y="161290"/>
                  </a:lnTo>
                  <a:lnTo>
                    <a:pt x="215163" y="160020"/>
                  </a:lnTo>
                  <a:lnTo>
                    <a:pt x="211607" y="158750"/>
                  </a:lnTo>
                  <a:lnTo>
                    <a:pt x="206019" y="157480"/>
                  </a:lnTo>
                  <a:lnTo>
                    <a:pt x="200825" y="156210"/>
                  </a:lnTo>
                  <a:lnTo>
                    <a:pt x="196126" y="152400"/>
                  </a:lnTo>
                  <a:lnTo>
                    <a:pt x="193128" y="149860"/>
                  </a:lnTo>
                  <a:lnTo>
                    <a:pt x="185915" y="158153"/>
                  </a:lnTo>
                  <a:lnTo>
                    <a:pt x="185915" y="170180"/>
                  </a:lnTo>
                  <a:lnTo>
                    <a:pt x="185915" y="209550"/>
                  </a:lnTo>
                  <a:lnTo>
                    <a:pt x="185915" y="218440"/>
                  </a:lnTo>
                  <a:lnTo>
                    <a:pt x="185915" y="229870"/>
                  </a:lnTo>
                  <a:lnTo>
                    <a:pt x="171513" y="229870"/>
                  </a:lnTo>
                  <a:lnTo>
                    <a:pt x="170853" y="232410"/>
                  </a:lnTo>
                  <a:lnTo>
                    <a:pt x="169545" y="240030"/>
                  </a:lnTo>
                  <a:lnTo>
                    <a:pt x="166636" y="247650"/>
                  </a:lnTo>
                  <a:lnTo>
                    <a:pt x="162229" y="254000"/>
                  </a:lnTo>
                  <a:lnTo>
                    <a:pt x="160159" y="256540"/>
                  </a:lnTo>
                  <a:lnTo>
                    <a:pt x="170484" y="266700"/>
                  </a:lnTo>
                  <a:lnTo>
                    <a:pt x="162369" y="275590"/>
                  </a:lnTo>
                  <a:lnTo>
                    <a:pt x="152057" y="265430"/>
                  </a:lnTo>
                  <a:lnTo>
                    <a:pt x="149047" y="266700"/>
                  </a:lnTo>
                  <a:lnTo>
                    <a:pt x="142773" y="271780"/>
                  </a:lnTo>
                  <a:lnTo>
                    <a:pt x="135788" y="274320"/>
                  </a:lnTo>
                  <a:lnTo>
                    <a:pt x="128231" y="275590"/>
                  </a:lnTo>
                  <a:lnTo>
                    <a:pt x="124663" y="275590"/>
                  </a:lnTo>
                  <a:lnTo>
                    <a:pt x="124663" y="290830"/>
                  </a:lnTo>
                  <a:lnTo>
                    <a:pt x="113182" y="290830"/>
                  </a:lnTo>
                  <a:lnTo>
                    <a:pt x="113182" y="275590"/>
                  </a:lnTo>
                  <a:lnTo>
                    <a:pt x="109613" y="275590"/>
                  </a:lnTo>
                  <a:lnTo>
                    <a:pt x="102120" y="274320"/>
                  </a:lnTo>
                  <a:lnTo>
                    <a:pt x="95084" y="271780"/>
                  </a:lnTo>
                  <a:lnTo>
                    <a:pt x="85839" y="265430"/>
                  </a:lnTo>
                  <a:lnTo>
                    <a:pt x="75476" y="275590"/>
                  </a:lnTo>
                  <a:lnTo>
                    <a:pt x="67373" y="266700"/>
                  </a:lnTo>
                  <a:lnTo>
                    <a:pt x="77685" y="256540"/>
                  </a:lnTo>
                  <a:lnTo>
                    <a:pt x="75615" y="254000"/>
                  </a:lnTo>
                  <a:lnTo>
                    <a:pt x="71208" y="247650"/>
                  </a:lnTo>
                  <a:lnTo>
                    <a:pt x="68351" y="240030"/>
                  </a:lnTo>
                  <a:lnTo>
                    <a:pt x="66332" y="229870"/>
                  </a:lnTo>
                  <a:lnTo>
                    <a:pt x="51943" y="229870"/>
                  </a:lnTo>
                  <a:lnTo>
                    <a:pt x="51943" y="218440"/>
                  </a:lnTo>
                  <a:lnTo>
                    <a:pt x="66332" y="218440"/>
                  </a:lnTo>
                  <a:lnTo>
                    <a:pt x="67906" y="209550"/>
                  </a:lnTo>
                  <a:lnTo>
                    <a:pt x="68351" y="207010"/>
                  </a:lnTo>
                  <a:lnTo>
                    <a:pt x="71208" y="199390"/>
                  </a:lnTo>
                  <a:lnTo>
                    <a:pt x="77685" y="190500"/>
                  </a:lnTo>
                  <a:lnTo>
                    <a:pt x="67373" y="180340"/>
                  </a:lnTo>
                  <a:lnTo>
                    <a:pt x="75476" y="171450"/>
                  </a:lnTo>
                  <a:lnTo>
                    <a:pt x="85839" y="182880"/>
                  </a:lnTo>
                  <a:lnTo>
                    <a:pt x="95084" y="176530"/>
                  </a:lnTo>
                  <a:lnTo>
                    <a:pt x="102120" y="172720"/>
                  </a:lnTo>
                  <a:lnTo>
                    <a:pt x="113182" y="171450"/>
                  </a:lnTo>
                  <a:lnTo>
                    <a:pt x="113182" y="156210"/>
                  </a:lnTo>
                  <a:lnTo>
                    <a:pt x="124663" y="156210"/>
                  </a:lnTo>
                  <a:lnTo>
                    <a:pt x="124663" y="171450"/>
                  </a:lnTo>
                  <a:lnTo>
                    <a:pt x="135788" y="172720"/>
                  </a:lnTo>
                  <a:lnTo>
                    <a:pt x="142773" y="176530"/>
                  </a:lnTo>
                  <a:lnTo>
                    <a:pt x="152057" y="182880"/>
                  </a:lnTo>
                  <a:lnTo>
                    <a:pt x="162369" y="171450"/>
                  </a:lnTo>
                  <a:lnTo>
                    <a:pt x="170484" y="180340"/>
                  </a:lnTo>
                  <a:lnTo>
                    <a:pt x="160159" y="190500"/>
                  </a:lnTo>
                  <a:lnTo>
                    <a:pt x="166636" y="199390"/>
                  </a:lnTo>
                  <a:lnTo>
                    <a:pt x="169545" y="207010"/>
                  </a:lnTo>
                  <a:lnTo>
                    <a:pt x="171513" y="218440"/>
                  </a:lnTo>
                  <a:lnTo>
                    <a:pt x="185915" y="218440"/>
                  </a:lnTo>
                  <a:lnTo>
                    <a:pt x="185915" y="209550"/>
                  </a:lnTo>
                  <a:lnTo>
                    <a:pt x="178638" y="209550"/>
                  </a:lnTo>
                  <a:lnTo>
                    <a:pt x="177139" y="203200"/>
                  </a:lnTo>
                  <a:lnTo>
                    <a:pt x="174701" y="196850"/>
                  </a:lnTo>
                  <a:lnTo>
                    <a:pt x="171323" y="191770"/>
                  </a:lnTo>
                  <a:lnTo>
                    <a:pt x="182714" y="180340"/>
                  </a:lnTo>
                  <a:lnTo>
                    <a:pt x="162369" y="160020"/>
                  </a:lnTo>
                  <a:lnTo>
                    <a:pt x="150977" y="171450"/>
                  </a:lnTo>
                  <a:lnTo>
                    <a:pt x="145491" y="167640"/>
                  </a:lnTo>
                  <a:lnTo>
                    <a:pt x="139585" y="165100"/>
                  </a:lnTo>
                  <a:lnTo>
                    <a:pt x="133350" y="163830"/>
                  </a:lnTo>
                  <a:lnTo>
                    <a:pt x="133350" y="156210"/>
                  </a:lnTo>
                  <a:lnTo>
                    <a:pt x="133350" y="147320"/>
                  </a:lnTo>
                  <a:lnTo>
                    <a:pt x="123266" y="147320"/>
                  </a:lnTo>
                  <a:lnTo>
                    <a:pt x="123266" y="130810"/>
                  </a:lnTo>
                  <a:lnTo>
                    <a:pt x="130949" y="121920"/>
                  </a:lnTo>
                  <a:lnTo>
                    <a:pt x="146329" y="104140"/>
                  </a:lnTo>
                  <a:lnTo>
                    <a:pt x="151066" y="106680"/>
                  </a:lnTo>
                  <a:lnTo>
                    <a:pt x="155524" y="109220"/>
                  </a:lnTo>
                  <a:lnTo>
                    <a:pt x="159651" y="111760"/>
                  </a:lnTo>
                  <a:lnTo>
                    <a:pt x="159651" y="132080"/>
                  </a:lnTo>
                  <a:lnTo>
                    <a:pt x="172173" y="132080"/>
                  </a:lnTo>
                  <a:lnTo>
                    <a:pt x="173291" y="137160"/>
                  </a:lnTo>
                  <a:lnTo>
                    <a:pt x="174980" y="140970"/>
                  </a:lnTo>
                  <a:lnTo>
                    <a:pt x="177228" y="144780"/>
                  </a:lnTo>
                  <a:lnTo>
                    <a:pt x="168376" y="153670"/>
                  </a:lnTo>
                  <a:lnTo>
                    <a:pt x="185394" y="170180"/>
                  </a:lnTo>
                  <a:lnTo>
                    <a:pt x="185915" y="170180"/>
                  </a:lnTo>
                  <a:lnTo>
                    <a:pt x="185915" y="158153"/>
                  </a:lnTo>
                  <a:lnTo>
                    <a:pt x="185394" y="158750"/>
                  </a:lnTo>
                  <a:lnTo>
                    <a:pt x="180606" y="153670"/>
                  </a:lnTo>
                  <a:lnTo>
                    <a:pt x="188391" y="146050"/>
                  </a:lnTo>
                  <a:lnTo>
                    <a:pt x="186334" y="142240"/>
                  </a:lnTo>
                  <a:lnTo>
                    <a:pt x="183045" y="138430"/>
                  </a:lnTo>
                  <a:lnTo>
                    <a:pt x="180886" y="133350"/>
                  </a:lnTo>
                  <a:lnTo>
                    <a:pt x="179908" y="127000"/>
                  </a:lnTo>
                  <a:lnTo>
                    <a:pt x="179247" y="123190"/>
                  </a:lnTo>
                  <a:lnTo>
                    <a:pt x="168275" y="123190"/>
                  </a:lnTo>
                  <a:lnTo>
                    <a:pt x="168275" y="116840"/>
                  </a:lnTo>
                  <a:lnTo>
                    <a:pt x="179247" y="116840"/>
                  </a:lnTo>
                  <a:lnTo>
                    <a:pt x="179908" y="113030"/>
                  </a:lnTo>
                  <a:lnTo>
                    <a:pt x="180886" y="107950"/>
                  </a:lnTo>
                  <a:lnTo>
                    <a:pt x="183045" y="102870"/>
                  </a:lnTo>
                  <a:lnTo>
                    <a:pt x="186334" y="97790"/>
                  </a:lnTo>
                  <a:lnTo>
                    <a:pt x="188391" y="95250"/>
                  </a:lnTo>
                  <a:lnTo>
                    <a:pt x="180606" y="87630"/>
                  </a:lnTo>
                  <a:lnTo>
                    <a:pt x="185394" y="82550"/>
                  </a:lnTo>
                  <a:lnTo>
                    <a:pt x="193128" y="90170"/>
                  </a:lnTo>
                  <a:lnTo>
                    <a:pt x="196126" y="87630"/>
                  </a:lnTo>
                  <a:lnTo>
                    <a:pt x="200825" y="85090"/>
                  </a:lnTo>
                  <a:lnTo>
                    <a:pt x="206019" y="82550"/>
                  </a:lnTo>
                  <a:lnTo>
                    <a:pt x="211607" y="81280"/>
                  </a:lnTo>
                  <a:lnTo>
                    <a:pt x="215163" y="81280"/>
                  </a:lnTo>
                  <a:lnTo>
                    <a:pt x="215163" y="78740"/>
                  </a:lnTo>
                  <a:lnTo>
                    <a:pt x="215163" y="69850"/>
                  </a:lnTo>
                  <a:lnTo>
                    <a:pt x="221869" y="69850"/>
                  </a:lnTo>
                  <a:lnTo>
                    <a:pt x="221869" y="81280"/>
                  </a:lnTo>
                  <a:lnTo>
                    <a:pt x="225437" y="81280"/>
                  </a:lnTo>
                  <a:lnTo>
                    <a:pt x="231063" y="82550"/>
                  </a:lnTo>
                  <a:lnTo>
                    <a:pt x="236270" y="85090"/>
                  </a:lnTo>
                  <a:lnTo>
                    <a:pt x="240919" y="87630"/>
                  </a:lnTo>
                  <a:lnTo>
                    <a:pt x="243916" y="90170"/>
                  </a:lnTo>
                  <a:lnTo>
                    <a:pt x="251650" y="82550"/>
                  </a:lnTo>
                  <a:lnTo>
                    <a:pt x="256438" y="87630"/>
                  </a:lnTo>
                  <a:lnTo>
                    <a:pt x="248653" y="95250"/>
                  </a:lnTo>
                  <a:lnTo>
                    <a:pt x="250710" y="97790"/>
                  </a:lnTo>
                  <a:lnTo>
                    <a:pt x="254000" y="102870"/>
                  </a:lnTo>
                  <a:lnTo>
                    <a:pt x="256146" y="107950"/>
                  </a:lnTo>
                  <a:lnTo>
                    <a:pt x="257136" y="113030"/>
                  </a:lnTo>
                  <a:lnTo>
                    <a:pt x="257797" y="116840"/>
                  </a:lnTo>
                  <a:lnTo>
                    <a:pt x="268770" y="116840"/>
                  </a:lnTo>
                  <a:lnTo>
                    <a:pt x="268770" y="107950"/>
                  </a:lnTo>
                  <a:lnTo>
                    <a:pt x="264871" y="107950"/>
                  </a:lnTo>
                  <a:lnTo>
                    <a:pt x="263791" y="104140"/>
                  </a:lnTo>
                  <a:lnTo>
                    <a:pt x="262064" y="100330"/>
                  </a:lnTo>
                  <a:lnTo>
                    <a:pt x="259803" y="96520"/>
                  </a:lnTo>
                  <a:lnTo>
                    <a:pt x="268668" y="87630"/>
                  </a:lnTo>
                  <a:lnTo>
                    <a:pt x="263804" y="82550"/>
                  </a:lnTo>
                  <a:lnTo>
                    <a:pt x="260159" y="78740"/>
                  </a:lnTo>
                  <a:lnTo>
                    <a:pt x="251650" y="69850"/>
                  </a:lnTo>
                  <a:lnTo>
                    <a:pt x="242785" y="78740"/>
                  </a:lnTo>
                  <a:lnTo>
                    <a:pt x="238937" y="76200"/>
                  </a:lnTo>
                  <a:lnTo>
                    <a:pt x="234861" y="74930"/>
                  </a:lnTo>
                  <a:lnTo>
                    <a:pt x="230555" y="73660"/>
                  </a:lnTo>
                  <a:lnTo>
                    <a:pt x="230555" y="69850"/>
                  </a:lnTo>
                  <a:lnTo>
                    <a:pt x="230555" y="60960"/>
                  </a:lnTo>
                  <a:lnTo>
                    <a:pt x="206489" y="60960"/>
                  </a:lnTo>
                  <a:lnTo>
                    <a:pt x="206489" y="73660"/>
                  </a:lnTo>
                  <a:lnTo>
                    <a:pt x="202184" y="74930"/>
                  </a:lnTo>
                  <a:lnTo>
                    <a:pt x="198094" y="76200"/>
                  </a:lnTo>
                  <a:lnTo>
                    <a:pt x="194259" y="78740"/>
                  </a:lnTo>
                  <a:lnTo>
                    <a:pt x="185394" y="69850"/>
                  </a:lnTo>
                  <a:lnTo>
                    <a:pt x="168376" y="87630"/>
                  </a:lnTo>
                  <a:lnTo>
                    <a:pt x="177228" y="96520"/>
                  </a:lnTo>
                  <a:lnTo>
                    <a:pt x="174980" y="100330"/>
                  </a:lnTo>
                  <a:lnTo>
                    <a:pt x="173291" y="104140"/>
                  </a:lnTo>
                  <a:lnTo>
                    <a:pt x="172173" y="107950"/>
                  </a:lnTo>
                  <a:lnTo>
                    <a:pt x="168605" y="107950"/>
                  </a:lnTo>
                  <a:lnTo>
                    <a:pt x="141173" y="92710"/>
                  </a:lnTo>
                  <a:lnTo>
                    <a:pt x="144856" y="90170"/>
                  </a:lnTo>
                  <a:lnTo>
                    <a:pt x="152234" y="85090"/>
                  </a:lnTo>
                  <a:lnTo>
                    <a:pt x="160845" y="74930"/>
                  </a:lnTo>
                  <a:lnTo>
                    <a:pt x="166433" y="62230"/>
                  </a:lnTo>
                  <a:lnTo>
                    <a:pt x="168414" y="48260"/>
                  </a:lnTo>
                  <a:lnTo>
                    <a:pt x="164515" y="29210"/>
                  </a:lnTo>
                  <a:lnTo>
                    <a:pt x="159740" y="22364"/>
                  </a:lnTo>
                  <a:lnTo>
                    <a:pt x="159740" y="48260"/>
                  </a:lnTo>
                  <a:lnTo>
                    <a:pt x="158902" y="48209"/>
                  </a:lnTo>
                  <a:lnTo>
                    <a:pt x="158902" y="57150"/>
                  </a:lnTo>
                  <a:lnTo>
                    <a:pt x="153771" y="69850"/>
                  </a:lnTo>
                  <a:lnTo>
                    <a:pt x="144818" y="80010"/>
                  </a:lnTo>
                  <a:lnTo>
                    <a:pt x="137617" y="84632"/>
                  </a:lnTo>
                  <a:lnTo>
                    <a:pt x="137617" y="101600"/>
                  </a:lnTo>
                  <a:lnTo>
                    <a:pt x="118948" y="121920"/>
                  </a:lnTo>
                  <a:lnTo>
                    <a:pt x="114592" y="117195"/>
                  </a:lnTo>
                  <a:lnTo>
                    <a:pt x="114592" y="130810"/>
                  </a:lnTo>
                  <a:lnTo>
                    <a:pt x="114592" y="147320"/>
                  </a:lnTo>
                  <a:lnTo>
                    <a:pt x="104508" y="147320"/>
                  </a:lnTo>
                  <a:lnTo>
                    <a:pt x="104508" y="163830"/>
                  </a:lnTo>
                  <a:lnTo>
                    <a:pt x="98272" y="165100"/>
                  </a:lnTo>
                  <a:lnTo>
                    <a:pt x="92367" y="167640"/>
                  </a:lnTo>
                  <a:lnTo>
                    <a:pt x="86868" y="171450"/>
                  </a:lnTo>
                  <a:lnTo>
                    <a:pt x="75476" y="160020"/>
                  </a:lnTo>
                  <a:lnTo>
                    <a:pt x="55130" y="180340"/>
                  </a:lnTo>
                  <a:lnTo>
                    <a:pt x="66522" y="191770"/>
                  </a:lnTo>
                  <a:lnTo>
                    <a:pt x="63144" y="196850"/>
                  </a:lnTo>
                  <a:lnTo>
                    <a:pt x="60706" y="203200"/>
                  </a:lnTo>
                  <a:lnTo>
                    <a:pt x="59207" y="209550"/>
                  </a:lnTo>
                  <a:lnTo>
                    <a:pt x="51943" y="209550"/>
                  </a:lnTo>
                  <a:lnTo>
                    <a:pt x="51943" y="165100"/>
                  </a:lnTo>
                  <a:lnTo>
                    <a:pt x="54851" y="146050"/>
                  </a:lnTo>
                  <a:lnTo>
                    <a:pt x="62992" y="128270"/>
                  </a:lnTo>
                  <a:lnTo>
                    <a:pt x="75501" y="114300"/>
                  </a:lnTo>
                  <a:lnTo>
                    <a:pt x="91516" y="104140"/>
                  </a:lnTo>
                  <a:lnTo>
                    <a:pt x="114592" y="130810"/>
                  </a:lnTo>
                  <a:lnTo>
                    <a:pt x="114592" y="117195"/>
                  </a:lnTo>
                  <a:lnTo>
                    <a:pt x="102577" y="104140"/>
                  </a:lnTo>
                  <a:lnTo>
                    <a:pt x="100241" y="101600"/>
                  </a:lnTo>
                  <a:lnTo>
                    <a:pt x="106146" y="99060"/>
                  </a:lnTo>
                  <a:lnTo>
                    <a:pt x="112433" y="97790"/>
                  </a:lnTo>
                  <a:lnTo>
                    <a:pt x="125425" y="97790"/>
                  </a:lnTo>
                  <a:lnTo>
                    <a:pt x="131699" y="99060"/>
                  </a:lnTo>
                  <a:lnTo>
                    <a:pt x="137617" y="101600"/>
                  </a:lnTo>
                  <a:lnTo>
                    <a:pt x="137617" y="84632"/>
                  </a:lnTo>
                  <a:lnTo>
                    <a:pt x="132918" y="87630"/>
                  </a:lnTo>
                  <a:lnTo>
                    <a:pt x="118948" y="90170"/>
                  </a:lnTo>
                  <a:lnTo>
                    <a:pt x="104660" y="87630"/>
                  </a:lnTo>
                  <a:lnTo>
                    <a:pt x="92583" y="80010"/>
                  </a:lnTo>
                  <a:lnTo>
                    <a:pt x="83642" y="69850"/>
                  </a:lnTo>
                  <a:lnTo>
                    <a:pt x="78765" y="55880"/>
                  </a:lnTo>
                  <a:lnTo>
                    <a:pt x="87147" y="52070"/>
                  </a:lnTo>
                  <a:lnTo>
                    <a:pt x="94272" y="48260"/>
                  </a:lnTo>
                  <a:lnTo>
                    <a:pt x="96240" y="46990"/>
                  </a:lnTo>
                  <a:lnTo>
                    <a:pt x="100203" y="44450"/>
                  </a:lnTo>
                  <a:lnTo>
                    <a:pt x="105016" y="40640"/>
                  </a:lnTo>
                  <a:lnTo>
                    <a:pt x="112268" y="45720"/>
                  </a:lnTo>
                  <a:lnTo>
                    <a:pt x="123571" y="50800"/>
                  </a:lnTo>
                  <a:lnTo>
                    <a:pt x="139065" y="54610"/>
                  </a:lnTo>
                  <a:lnTo>
                    <a:pt x="158902" y="57150"/>
                  </a:lnTo>
                  <a:lnTo>
                    <a:pt x="158902" y="48209"/>
                  </a:lnTo>
                  <a:lnTo>
                    <a:pt x="142036" y="46990"/>
                  </a:lnTo>
                  <a:lnTo>
                    <a:pt x="128092" y="43180"/>
                  </a:lnTo>
                  <a:lnTo>
                    <a:pt x="122948" y="40640"/>
                  </a:lnTo>
                  <a:lnTo>
                    <a:pt x="117805" y="38100"/>
                  </a:lnTo>
                  <a:lnTo>
                    <a:pt x="111074" y="34290"/>
                  </a:lnTo>
                  <a:lnTo>
                    <a:pt x="113842" y="31750"/>
                  </a:lnTo>
                  <a:lnTo>
                    <a:pt x="115239" y="27940"/>
                  </a:lnTo>
                  <a:lnTo>
                    <a:pt x="107454" y="24130"/>
                  </a:lnTo>
                  <a:lnTo>
                    <a:pt x="105829" y="26670"/>
                  </a:lnTo>
                  <a:lnTo>
                    <a:pt x="100914" y="33020"/>
                  </a:lnTo>
                  <a:lnTo>
                    <a:pt x="91948" y="40640"/>
                  </a:lnTo>
                  <a:lnTo>
                    <a:pt x="78155" y="46990"/>
                  </a:lnTo>
                  <a:lnTo>
                    <a:pt x="81864" y="31750"/>
                  </a:lnTo>
                  <a:lnTo>
                    <a:pt x="90703" y="19050"/>
                  </a:lnTo>
                  <a:lnTo>
                    <a:pt x="103479" y="11430"/>
                  </a:lnTo>
                  <a:lnTo>
                    <a:pt x="118948" y="7620"/>
                  </a:lnTo>
                  <a:lnTo>
                    <a:pt x="134759" y="11430"/>
                  </a:lnTo>
                  <a:lnTo>
                    <a:pt x="147701" y="20320"/>
                  </a:lnTo>
                  <a:lnTo>
                    <a:pt x="156464" y="33020"/>
                  </a:lnTo>
                  <a:lnTo>
                    <a:pt x="159740" y="48260"/>
                  </a:lnTo>
                  <a:lnTo>
                    <a:pt x="159740" y="22364"/>
                  </a:lnTo>
                  <a:lnTo>
                    <a:pt x="153898" y="13970"/>
                  </a:lnTo>
                  <a:lnTo>
                    <a:pt x="144068" y="7620"/>
                  </a:lnTo>
                  <a:lnTo>
                    <a:pt x="138176" y="3810"/>
                  </a:lnTo>
                  <a:lnTo>
                    <a:pt x="118948" y="0"/>
                  </a:lnTo>
                  <a:lnTo>
                    <a:pt x="99707" y="3810"/>
                  </a:lnTo>
                  <a:lnTo>
                    <a:pt x="83985" y="13970"/>
                  </a:lnTo>
                  <a:lnTo>
                    <a:pt x="73367" y="29210"/>
                  </a:lnTo>
                  <a:lnTo>
                    <a:pt x="69481" y="48260"/>
                  </a:lnTo>
                  <a:lnTo>
                    <a:pt x="71462" y="62230"/>
                  </a:lnTo>
                  <a:lnTo>
                    <a:pt x="77025" y="74930"/>
                  </a:lnTo>
                  <a:lnTo>
                    <a:pt x="85623" y="85090"/>
                  </a:lnTo>
                  <a:lnTo>
                    <a:pt x="96672" y="92710"/>
                  </a:lnTo>
                  <a:lnTo>
                    <a:pt x="75298" y="104140"/>
                  </a:lnTo>
                  <a:lnTo>
                    <a:pt x="58381" y="119380"/>
                  </a:lnTo>
                  <a:lnTo>
                    <a:pt x="47269" y="140970"/>
                  </a:lnTo>
                  <a:lnTo>
                    <a:pt x="43268" y="165100"/>
                  </a:lnTo>
                  <a:lnTo>
                    <a:pt x="43268" y="237490"/>
                  </a:lnTo>
                  <a:lnTo>
                    <a:pt x="59207" y="237490"/>
                  </a:lnTo>
                  <a:lnTo>
                    <a:pt x="60706" y="243840"/>
                  </a:lnTo>
                  <a:lnTo>
                    <a:pt x="63144" y="250190"/>
                  </a:lnTo>
                  <a:lnTo>
                    <a:pt x="66522" y="255270"/>
                  </a:lnTo>
                  <a:lnTo>
                    <a:pt x="55130" y="266700"/>
                  </a:lnTo>
                  <a:lnTo>
                    <a:pt x="75476" y="287020"/>
                  </a:lnTo>
                  <a:lnTo>
                    <a:pt x="86868" y="275590"/>
                  </a:lnTo>
                  <a:lnTo>
                    <a:pt x="92367" y="279400"/>
                  </a:lnTo>
                  <a:lnTo>
                    <a:pt x="98272" y="281940"/>
                  </a:lnTo>
                  <a:lnTo>
                    <a:pt x="104508" y="283210"/>
                  </a:lnTo>
                  <a:lnTo>
                    <a:pt x="104508" y="299720"/>
                  </a:lnTo>
                  <a:lnTo>
                    <a:pt x="133350" y="299720"/>
                  </a:lnTo>
                  <a:lnTo>
                    <a:pt x="133350" y="290830"/>
                  </a:lnTo>
                  <a:lnTo>
                    <a:pt x="133350" y="283210"/>
                  </a:lnTo>
                  <a:lnTo>
                    <a:pt x="139585" y="281940"/>
                  </a:lnTo>
                  <a:lnTo>
                    <a:pt x="145491" y="279400"/>
                  </a:lnTo>
                  <a:lnTo>
                    <a:pt x="150977" y="275590"/>
                  </a:lnTo>
                  <a:lnTo>
                    <a:pt x="162369" y="287020"/>
                  </a:lnTo>
                  <a:lnTo>
                    <a:pt x="182714" y="266700"/>
                  </a:lnTo>
                  <a:lnTo>
                    <a:pt x="171323" y="255270"/>
                  </a:lnTo>
                  <a:lnTo>
                    <a:pt x="174701" y="250190"/>
                  </a:lnTo>
                  <a:lnTo>
                    <a:pt x="177139" y="243840"/>
                  </a:lnTo>
                  <a:lnTo>
                    <a:pt x="178638" y="237490"/>
                  </a:lnTo>
                  <a:lnTo>
                    <a:pt x="194589" y="237490"/>
                  </a:lnTo>
                  <a:lnTo>
                    <a:pt x="194551" y="209550"/>
                  </a:lnTo>
                  <a:lnTo>
                    <a:pt x="194487" y="161290"/>
                  </a:lnTo>
                  <a:lnTo>
                    <a:pt x="198247" y="163830"/>
                  </a:lnTo>
                  <a:lnTo>
                    <a:pt x="202272" y="165100"/>
                  </a:lnTo>
                  <a:lnTo>
                    <a:pt x="206489" y="166370"/>
                  </a:lnTo>
                  <a:lnTo>
                    <a:pt x="206489" y="179070"/>
                  </a:lnTo>
                  <a:lnTo>
                    <a:pt x="230555" y="179070"/>
                  </a:lnTo>
                  <a:lnTo>
                    <a:pt x="230555" y="170180"/>
                  </a:lnTo>
                  <a:lnTo>
                    <a:pt x="230555" y="166370"/>
                  </a:lnTo>
                  <a:lnTo>
                    <a:pt x="234861" y="165100"/>
                  </a:lnTo>
                  <a:lnTo>
                    <a:pt x="238937" y="163830"/>
                  </a:lnTo>
                  <a:lnTo>
                    <a:pt x="242785" y="161290"/>
                  </a:lnTo>
                  <a:lnTo>
                    <a:pt x="251650" y="170180"/>
                  </a:lnTo>
                  <a:lnTo>
                    <a:pt x="260819" y="161290"/>
                  </a:lnTo>
                  <a:lnTo>
                    <a:pt x="263436" y="158750"/>
                  </a:lnTo>
                  <a:lnTo>
                    <a:pt x="268668" y="153670"/>
                  </a:lnTo>
                  <a:lnTo>
                    <a:pt x="259803" y="144780"/>
                  </a:lnTo>
                  <a:lnTo>
                    <a:pt x="262064" y="140970"/>
                  </a:lnTo>
                  <a:lnTo>
                    <a:pt x="263791" y="137160"/>
                  </a:lnTo>
                  <a:lnTo>
                    <a:pt x="264871" y="132080"/>
                  </a:lnTo>
                  <a:lnTo>
                    <a:pt x="277393" y="132080"/>
                  </a:lnTo>
                  <a:lnTo>
                    <a:pt x="277393" y="107950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40967" y="2319297"/>
            <a:ext cx="183796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CO" sz="2000" b="1" spc="-10" dirty="0">
                <a:solidFill>
                  <a:srgbClr val="F3F3F3"/>
                </a:solidFill>
                <a:latin typeface="Arial"/>
                <a:cs typeface="Arial"/>
              </a:rPr>
              <a:t>Acceso a Apoyo Técnico y Financiero</a:t>
            </a:r>
            <a:endParaRPr dirty="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07229" y="3538338"/>
            <a:ext cx="1307465" cy="73161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lang="es-CO" sz="1100" b="1" spc="-10" dirty="0">
                <a:solidFill>
                  <a:srgbClr val="143978"/>
                </a:solidFill>
                <a:latin typeface="Arial"/>
                <a:cs typeface="Arial"/>
              </a:rPr>
              <a:t>• Contribución al desarrollo económico de la comunidad.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14028" y="1554488"/>
            <a:ext cx="1325245" cy="573233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lang="es-CO" sz="1100" b="1" spc="-10" dirty="0">
                <a:solidFill>
                  <a:srgbClr val="143978"/>
                </a:solidFill>
                <a:latin typeface="Arial"/>
                <a:cs typeface="Arial"/>
              </a:rPr>
              <a:t>• Desarrollo de emprendimientos viables.</a:t>
            </a:r>
            <a:endParaRPr sz="900" dirty="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53126" y="892504"/>
            <a:ext cx="1952625" cy="1694814"/>
            <a:chOff x="5715826" y="1881492"/>
            <a:chExt cx="1952625" cy="1694814"/>
          </a:xfrm>
        </p:grpSpPr>
        <p:sp>
          <p:nvSpPr>
            <p:cNvPr id="20" name="object 20"/>
            <p:cNvSpPr/>
            <p:nvPr/>
          </p:nvSpPr>
          <p:spPr>
            <a:xfrm>
              <a:off x="5725351" y="1891017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1514699" y="1675199"/>
                  </a:moveTo>
                  <a:lnTo>
                    <a:pt x="418799" y="1675199"/>
                  </a:lnTo>
                  <a:lnTo>
                    <a:pt x="0" y="837599"/>
                  </a:ln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25351" y="1891017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0" y="837599"/>
                  </a:move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lnTo>
                    <a:pt x="418799" y="1675199"/>
                  </a:lnTo>
                  <a:lnTo>
                    <a:pt x="0" y="837599"/>
                  </a:lnTo>
                  <a:close/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02196" y="1515032"/>
            <a:ext cx="1350010" cy="573233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R="14604" algn="ctr">
              <a:lnSpc>
                <a:spcPct val="100000"/>
              </a:lnSpc>
              <a:spcBef>
                <a:spcPts val="509"/>
              </a:spcBef>
            </a:pPr>
            <a:r>
              <a:rPr lang="es-CO" sz="1100" b="1" spc="-20" dirty="0">
                <a:solidFill>
                  <a:srgbClr val="143978"/>
                </a:solidFill>
                <a:latin typeface="Arial"/>
                <a:cs typeface="Arial"/>
              </a:rPr>
              <a:t>• Acceso a recursos técnicos y financieros.</a:t>
            </a:r>
          </a:p>
        </p:txBody>
      </p:sp>
      <p:sp>
        <p:nvSpPr>
          <p:cNvPr id="23" name="object 23"/>
          <p:cNvSpPr/>
          <p:nvPr/>
        </p:nvSpPr>
        <p:spPr>
          <a:xfrm>
            <a:off x="6893230" y="1057724"/>
            <a:ext cx="272415" cy="306705"/>
          </a:xfrm>
          <a:custGeom>
            <a:avLst/>
            <a:gdLst/>
            <a:ahLst/>
            <a:cxnLst/>
            <a:rect l="l" t="t" r="r" b="b"/>
            <a:pathLst>
              <a:path w="272415" h="306705">
                <a:moveTo>
                  <a:pt x="58254" y="60502"/>
                </a:moveTo>
                <a:lnTo>
                  <a:pt x="52133" y="54140"/>
                </a:lnTo>
                <a:lnTo>
                  <a:pt x="49403" y="56718"/>
                </a:lnTo>
                <a:lnTo>
                  <a:pt x="46774" y="59550"/>
                </a:lnTo>
                <a:lnTo>
                  <a:pt x="44323" y="62420"/>
                </a:lnTo>
                <a:lnTo>
                  <a:pt x="51028" y="68160"/>
                </a:lnTo>
                <a:lnTo>
                  <a:pt x="53276" y="65481"/>
                </a:lnTo>
                <a:lnTo>
                  <a:pt x="55727" y="62890"/>
                </a:lnTo>
                <a:lnTo>
                  <a:pt x="58254" y="60502"/>
                </a:lnTo>
                <a:close/>
              </a:path>
              <a:path w="272415" h="306705">
                <a:moveTo>
                  <a:pt x="104305" y="34315"/>
                </a:moveTo>
                <a:lnTo>
                  <a:pt x="101968" y="25793"/>
                </a:lnTo>
                <a:lnTo>
                  <a:pt x="92214" y="28943"/>
                </a:lnTo>
                <a:lnTo>
                  <a:pt x="82804" y="32893"/>
                </a:lnTo>
                <a:lnTo>
                  <a:pt x="73787" y="37680"/>
                </a:lnTo>
                <a:lnTo>
                  <a:pt x="65201" y="43268"/>
                </a:lnTo>
                <a:lnTo>
                  <a:pt x="70370" y="50444"/>
                </a:lnTo>
                <a:lnTo>
                  <a:pt x="78295" y="45288"/>
                </a:lnTo>
                <a:lnTo>
                  <a:pt x="86601" y="40881"/>
                </a:lnTo>
                <a:lnTo>
                  <a:pt x="95288" y="37211"/>
                </a:lnTo>
                <a:lnTo>
                  <a:pt x="104305" y="34315"/>
                </a:lnTo>
                <a:close/>
              </a:path>
              <a:path w="272415" h="306705">
                <a:moveTo>
                  <a:pt x="240690" y="182803"/>
                </a:moveTo>
                <a:lnTo>
                  <a:pt x="232549" y="179463"/>
                </a:lnTo>
                <a:lnTo>
                  <a:pt x="228269" y="188595"/>
                </a:lnTo>
                <a:lnTo>
                  <a:pt x="223164" y="197256"/>
                </a:lnTo>
                <a:lnTo>
                  <a:pt x="217284" y="205409"/>
                </a:lnTo>
                <a:lnTo>
                  <a:pt x="210629" y="213017"/>
                </a:lnTo>
                <a:lnTo>
                  <a:pt x="217043" y="219100"/>
                </a:lnTo>
                <a:lnTo>
                  <a:pt x="224218" y="210883"/>
                </a:lnTo>
                <a:lnTo>
                  <a:pt x="230568" y="202082"/>
                </a:lnTo>
                <a:lnTo>
                  <a:pt x="236067" y="192709"/>
                </a:lnTo>
                <a:lnTo>
                  <a:pt x="240690" y="182803"/>
                </a:lnTo>
                <a:close/>
              </a:path>
              <a:path w="272415" h="306705">
                <a:moveTo>
                  <a:pt x="247865" y="158153"/>
                </a:moveTo>
                <a:lnTo>
                  <a:pt x="239153" y="156667"/>
                </a:lnTo>
                <a:lnTo>
                  <a:pt x="238633" y="159639"/>
                </a:lnTo>
                <a:lnTo>
                  <a:pt x="238010" y="162610"/>
                </a:lnTo>
                <a:lnTo>
                  <a:pt x="237236" y="165481"/>
                </a:lnTo>
                <a:lnTo>
                  <a:pt x="245808" y="167728"/>
                </a:lnTo>
                <a:lnTo>
                  <a:pt x="246621" y="164566"/>
                </a:lnTo>
                <a:lnTo>
                  <a:pt x="247294" y="161366"/>
                </a:lnTo>
                <a:lnTo>
                  <a:pt x="247865" y="158153"/>
                </a:lnTo>
                <a:close/>
              </a:path>
              <a:path w="272415" h="306705">
                <a:moveTo>
                  <a:pt x="271945" y="33604"/>
                </a:moveTo>
                <a:lnTo>
                  <a:pt x="266001" y="27749"/>
                </a:lnTo>
                <a:lnTo>
                  <a:pt x="265671" y="27330"/>
                </a:lnTo>
                <a:lnTo>
                  <a:pt x="259448" y="33604"/>
                </a:lnTo>
                <a:lnTo>
                  <a:pt x="250596" y="33604"/>
                </a:lnTo>
                <a:lnTo>
                  <a:pt x="250596" y="42405"/>
                </a:lnTo>
                <a:lnTo>
                  <a:pt x="237045" y="56007"/>
                </a:lnTo>
                <a:lnTo>
                  <a:pt x="215176" y="56007"/>
                </a:lnTo>
                <a:lnTo>
                  <a:pt x="215176" y="34175"/>
                </a:lnTo>
                <a:lnTo>
                  <a:pt x="220535" y="28816"/>
                </a:lnTo>
                <a:lnTo>
                  <a:pt x="228765" y="20574"/>
                </a:lnTo>
                <a:lnTo>
                  <a:pt x="228765" y="36182"/>
                </a:lnTo>
                <a:lnTo>
                  <a:pt x="222542" y="42405"/>
                </a:lnTo>
                <a:lnTo>
                  <a:pt x="224447" y="44411"/>
                </a:lnTo>
                <a:lnTo>
                  <a:pt x="228727" y="48729"/>
                </a:lnTo>
                <a:lnTo>
                  <a:pt x="235038" y="42405"/>
                </a:lnTo>
                <a:lnTo>
                  <a:pt x="250596" y="42405"/>
                </a:lnTo>
                <a:lnTo>
                  <a:pt x="250596" y="33604"/>
                </a:lnTo>
                <a:lnTo>
                  <a:pt x="243852" y="33604"/>
                </a:lnTo>
                <a:lnTo>
                  <a:pt x="249021" y="28435"/>
                </a:lnTo>
                <a:lnTo>
                  <a:pt x="247904" y="27330"/>
                </a:lnTo>
                <a:lnTo>
                  <a:pt x="242747" y="22212"/>
                </a:lnTo>
                <a:lnTo>
                  <a:pt x="237629" y="27330"/>
                </a:lnTo>
                <a:lnTo>
                  <a:pt x="237629" y="20574"/>
                </a:lnTo>
                <a:lnTo>
                  <a:pt x="237629" y="11722"/>
                </a:lnTo>
                <a:lnTo>
                  <a:pt x="243128" y="6261"/>
                </a:lnTo>
                <a:lnTo>
                  <a:pt x="236855" y="0"/>
                </a:lnTo>
                <a:lnTo>
                  <a:pt x="208038" y="28816"/>
                </a:lnTo>
                <a:lnTo>
                  <a:pt x="206362" y="27838"/>
                </a:lnTo>
                <a:lnTo>
                  <a:pt x="206362" y="38430"/>
                </a:lnTo>
                <a:lnTo>
                  <a:pt x="206362" y="58585"/>
                </a:lnTo>
                <a:lnTo>
                  <a:pt x="183718" y="81229"/>
                </a:lnTo>
                <a:lnTo>
                  <a:pt x="136855" y="61937"/>
                </a:lnTo>
                <a:lnTo>
                  <a:pt x="136855" y="14401"/>
                </a:lnTo>
                <a:lnTo>
                  <a:pt x="190385" y="28435"/>
                </a:lnTo>
                <a:lnTo>
                  <a:pt x="206362" y="38430"/>
                </a:lnTo>
                <a:lnTo>
                  <a:pt x="206362" y="27838"/>
                </a:lnTo>
                <a:lnTo>
                  <a:pt x="152920" y="6997"/>
                </a:lnTo>
                <a:lnTo>
                  <a:pt x="132842" y="5499"/>
                </a:lnTo>
                <a:lnTo>
                  <a:pt x="128193" y="5956"/>
                </a:lnTo>
                <a:lnTo>
                  <a:pt x="128193" y="61937"/>
                </a:lnTo>
                <a:lnTo>
                  <a:pt x="101142" y="68719"/>
                </a:lnTo>
                <a:lnTo>
                  <a:pt x="78981" y="84061"/>
                </a:lnTo>
                <a:lnTo>
                  <a:pt x="63474" y="106083"/>
                </a:lnTo>
                <a:lnTo>
                  <a:pt x="56527" y="132880"/>
                </a:lnTo>
                <a:lnTo>
                  <a:pt x="8953" y="132880"/>
                </a:lnTo>
                <a:lnTo>
                  <a:pt x="19405" y="88836"/>
                </a:lnTo>
                <a:lnTo>
                  <a:pt x="45415" y="50507"/>
                </a:lnTo>
                <a:lnTo>
                  <a:pt x="82651" y="24968"/>
                </a:lnTo>
                <a:lnTo>
                  <a:pt x="128003" y="14452"/>
                </a:lnTo>
                <a:lnTo>
                  <a:pt x="128003" y="61937"/>
                </a:lnTo>
                <a:lnTo>
                  <a:pt x="128193" y="61937"/>
                </a:lnTo>
                <a:lnTo>
                  <a:pt x="128193" y="5956"/>
                </a:lnTo>
                <a:lnTo>
                  <a:pt x="106730" y="8051"/>
                </a:lnTo>
                <a:lnTo>
                  <a:pt x="59182" y="27749"/>
                </a:lnTo>
                <a:lnTo>
                  <a:pt x="22250" y="64681"/>
                </a:lnTo>
                <a:lnTo>
                  <a:pt x="22161" y="64858"/>
                </a:lnTo>
                <a:lnTo>
                  <a:pt x="10071" y="87452"/>
                </a:lnTo>
                <a:lnTo>
                  <a:pt x="2552" y="112229"/>
                </a:lnTo>
                <a:lnTo>
                  <a:pt x="0" y="138341"/>
                </a:lnTo>
                <a:lnTo>
                  <a:pt x="2552" y="164452"/>
                </a:lnTo>
                <a:lnTo>
                  <a:pt x="22250" y="212013"/>
                </a:lnTo>
                <a:lnTo>
                  <a:pt x="51663" y="243547"/>
                </a:lnTo>
                <a:lnTo>
                  <a:pt x="96126" y="266052"/>
                </a:lnTo>
                <a:lnTo>
                  <a:pt x="96126" y="306362"/>
                </a:lnTo>
                <a:lnTo>
                  <a:pt x="169608" y="306362"/>
                </a:lnTo>
                <a:lnTo>
                  <a:pt x="169608" y="297510"/>
                </a:lnTo>
                <a:lnTo>
                  <a:pt x="169608" y="268262"/>
                </a:lnTo>
                <a:lnTo>
                  <a:pt x="169608" y="266052"/>
                </a:lnTo>
                <a:lnTo>
                  <a:pt x="180225" y="262267"/>
                </a:lnTo>
                <a:lnTo>
                  <a:pt x="185293" y="260477"/>
                </a:lnTo>
                <a:lnTo>
                  <a:pt x="200164" y="252945"/>
                </a:lnTo>
                <a:lnTo>
                  <a:pt x="243471" y="212013"/>
                </a:lnTo>
                <a:lnTo>
                  <a:pt x="263169" y="164452"/>
                </a:lnTo>
                <a:lnTo>
                  <a:pt x="265722" y="138341"/>
                </a:lnTo>
                <a:lnTo>
                  <a:pt x="265684" y="137807"/>
                </a:lnTo>
                <a:lnTo>
                  <a:pt x="264223" y="118249"/>
                </a:lnTo>
                <a:lnTo>
                  <a:pt x="259791" y="98869"/>
                </a:lnTo>
                <a:lnTo>
                  <a:pt x="256819" y="91363"/>
                </a:lnTo>
                <a:lnTo>
                  <a:pt x="256819" y="141693"/>
                </a:lnTo>
                <a:lnTo>
                  <a:pt x="256730" y="142125"/>
                </a:lnTo>
                <a:lnTo>
                  <a:pt x="246532" y="187883"/>
                </a:lnTo>
                <a:lnTo>
                  <a:pt x="220713" y="225780"/>
                </a:lnTo>
                <a:lnTo>
                  <a:pt x="182956" y="251777"/>
                </a:lnTo>
                <a:lnTo>
                  <a:pt x="160743" y="256832"/>
                </a:lnTo>
                <a:lnTo>
                  <a:pt x="160743" y="268262"/>
                </a:lnTo>
                <a:lnTo>
                  <a:pt x="160743" y="279501"/>
                </a:lnTo>
                <a:lnTo>
                  <a:pt x="132892" y="279501"/>
                </a:lnTo>
                <a:lnTo>
                  <a:pt x="132892" y="288366"/>
                </a:lnTo>
                <a:lnTo>
                  <a:pt x="160743" y="288366"/>
                </a:lnTo>
                <a:lnTo>
                  <a:pt x="160743" y="297510"/>
                </a:lnTo>
                <a:lnTo>
                  <a:pt x="104978" y="297510"/>
                </a:lnTo>
                <a:lnTo>
                  <a:pt x="104978" y="268262"/>
                </a:lnTo>
                <a:lnTo>
                  <a:pt x="111810" y="269544"/>
                </a:lnTo>
                <a:lnTo>
                  <a:pt x="118745" y="270446"/>
                </a:lnTo>
                <a:lnTo>
                  <a:pt x="125755" y="270992"/>
                </a:lnTo>
                <a:lnTo>
                  <a:pt x="132842" y="271183"/>
                </a:lnTo>
                <a:lnTo>
                  <a:pt x="139941" y="270992"/>
                </a:lnTo>
                <a:lnTo>
                  <a:pt x="146977" y="270446"/>
                </a:lnTo>
                <a:lnTo>
                  <a:pt x="153911" y="269544"/>
                </a:lnTo>
                <a:lnTo>
                  <a:pt x="160743" y="268262"/>
                </a:lnTo>
                <a:lnTo>
                  <a:pt x="160743" y="256832"/>
                </a:lnTo>
                <a:lnTo>
                  <a:pt x="136855" y="262267"/>
                </a:lnTo>
                <a:lnTo>
                  <a:pt x="136855" y="214744"/>
                </a:lnTo>
                <a:lnTo>
                  <a:pt x="137045" y="214744"/>
                </a:lnTo>
                <a:lnTo>
                  <a:pt x="164503" y="208026"/>
                </a:lnTo>
                <a:lnTo>
                  <a:pt x="167576" y="205879"/>
                </a:lnTo>
                <a:lnTo>
                  <a:pt x="187159" y="192227"/>
                </a:lnTo>
                <a:lnTo>
                  <a:pt x="202780" y="169418"/>
                </a:lnTo>
                <a:lnTo>
                  <a:pt x="202831" y="169240"/>
                </a:lnTo>
                <a:lnTo>
                  <a:pt x="209283" y="141693"/>
                </a:lnTo>
                <a:lnTo>
                  <a:pt x="256819" y="141693"/>
                </a:lnTo>
                <a:lnTo>
                  <a:pt x="256819" y="91363"/>
                </a:lnTo>
                <a:lnTo>
                  <a:pt x="256730" y="91147"/>
                </a:lnTo>
                <a:lnTo>
                  <a:pt x="256730" y="132880"/>
                </a:lnTo>
                <a:lnTo>
                  <a:pt x="209194" y="132880"/>
                </a:lnTo>
                <a:lnTo>
                  <a:pt x="207200" y="120180"/>
                </a:lnTo>
                <a:lnTo>
                  <a:pt x="203225" y="108242"/>
                </a:lnTo>
                <a:lnTo>
                  <a:pt x="200482" y="103073"/>
                </a:lnTo>
                <a:lnTo>
                  <a:pt x="200482" y="141693"/>
                </a:lnTo>
                <a:lnTo>
                  <a:pt x="200380" y="142125"/>
                </a:lnTo>
                <a:lnTo>
                  <a:pt x="194640" y="165989"/>
                </a:lnTo>
                <a:lnTo>
                  <a:pt x="180911" y="185978"/>
                </a:lnTo>
                <a:lnTo>
                  <a:pt x="161061" y="199885"/>
                </a:lnTo>
                <a:lnTo>
                  <a:pt x="137058" y="205879"/>
                </a:lnTo>
                <a:lnTo>
                  <a:pt x="136855" y="205879"/>
                </a:lnTo>
                <a:lnTo>
                  <a:pt x="136855" y="185686"/>
                </a:lnTo>
                <a:lnTo>
                  <a:pt x="128003" y="185686"/>
                </a:lnTo>
                <a:lnTo>
                  <a:pt x="128003" y="205879"/>
                </a:lnTo>
                <a:lnTo>
                  <a:pt x="128003" y="214744"/>
                </a:lnTo>
                <a:lnTo>
                  <a:pt x="128003" y="262267"/>
                </a:lnTo>
                <a:lnTo>
                  <a:pt x="82207" y="251536"/>
                </a:lnTo>
                <a:lnTo>
                  <a:pt x="44716" y="225501"/>
                </a:lnTo>
                <a:lnTo>
                  <a:pt x="19100" y="187693"/>
                </a:lnTo>
                <a:lnTo>
                  <a:pt x="8902" y="141693"/>
                </a:lnTo>
                <a:lnTo>
                  <a:pt x="56388" y="141693"/>
                </a:lnTo>
                <a:lnTo>
                  <a:pt x="56489" y="142125"/>
                </a:lnTo>
                <a:lnTo>
                  <a:pt x="62852" y="169240"/>
                </a:lnTo>
                <a:lnTo>
                  <a:pt x="62966" y="169418"/>
                </a:lnTo>
                <a:lnTo>
                  <a:pt x="78282" y="191947"/>
                </a:lnTo>
                <a:lnTo>
                  <a:pt x="100672" y="207784"/>
                </a:lnTo>
                <a:lnTo>
                  <a:pt x="128003" y="214744"/>
                </a:lnTo>
                <a:lnTo>
                  <a:pt x="128003" y="205879"/>
                </a:lnTo>
                <a:lnTo>
                  <a:pt x="104114" y="199631"/>
                </a:lnTo>
                <a:lnTo>
                  <a:pt x="84531" y="185686"/>
                </a:lnTo>
                <a:lnTo>
                  <a:pt x="70993" y="165798"/>
                </a:lnTo>
                <a:lnTo>
                  <a:pt x="65252" y="141693"/>
                </a:lnTo>
                <a:lnTo>
                  <a:pt x="84010" y="141693"/>
                </a:lnTo>
                <a:lnTo>
                  <a:pt x="84010" y="132880"/>
                </a:lnTo>
                <a:lnTo>
                  <a:pt x="65392" y="132880"/>
                </a:lnTo>
                <a:lnTo>
                  <a:pt x="71628" y="109524"/>
                </a:lnTo>
                <a:lnTo>
                  <a:pt x="85229" y="90297"/>
                </a:lnTo>
                <a:lnTo>
                  <a:pt x="104559" y="76860"/>
                </a:lnTo>
                <a:lnTo>
                  <a:pt x="128003" y="70840"/>
                </a:lnTo>
                <a:lnTo>
                  <a:pt x="128003" y="88836"/>
                </a:lnTo>
                <a:lnTo>
                  <a:pt x="136855" y="88836"/>
                </a:lnTo>
                <a:lnTo>
                  <a:pt x="136855" y="70789"/>
                </a:lnTo>
                <a:lnTo>
                  <a:pt x="148209" y="72428"/>
                </a:lnTo>
                <a:lnTo>
                  <a:pt x="158864" y="75857"/>
                </a:lnTo>
                <a:lnTo>
                  <a:pt x="168668" y="80937"/>
                </a:lnTo>
                <a:lnTo>
                  <a:pt x="177393" y="87452"/>
                </a:lnTo>
                <a:lnTo>
                  <a:pt x="176110" y="88836"/>
                </a:lnTo>
                <a:lnTo>
                  <a:pt x="140360" y="124599"/>
                </a:lnTo>
                <a:lnTo>
                  <a:pt x="139687" y="124256"/>
                </a:lnTo>
                <a:lnTo>
                  <a:pt x="139687" y="142125"/>
                </a:lnTo>
                <a:lnTo>
                  <a:pt x="136613" y="145135"/>
                </a:lnTo>
                <a:lnTo>
                  <a:pt x="129108" y="145135"/>
                </a:lnTo>
                <a:lnTo>
                  <a:pt x="126034" y="142125"/>
                </a:lnTo>
                <a:lnTo>
                  <a:pt x="126034" y="134607"/>
                </a:lnTo>
                <a:lnTo>
                  <a:pt x="129108" y="131533"/>
                </a:lnTo>
                <a:lnTo>
                  <a:pt x="133413" y="131533"/>
                </a:lnTo>
                <a:lnTo>
                  <a:pt x="129730" y="135229"/>
                </a:lnTo>
                <a:lnTo>
                  <a:pt x="136004" y="141452"/>
                </a:lnTo>
                <a:lnTo>
                  <a:pt x="139636" y="137807"/>
                </a:lnTo>
                <a:lnTo>
                  <a:pt x="139687" y="142125"/>
                </a:lnTo>
                <a:lnTo>
                  <a:pt x="139687" y="124256"/>
                </a:lnTo>
                <a:lnTo>
                  <a:pt x="138099" y="123405"/>
                </a:lnTo>
                <a:lnTo>
                  <a:pt x="135572" y="122682"/>
                </a:lnTo>
                <a:lnTo>
                  <a:pt x="124218" y="122682"/>
                </a:lnTo>
                <a:lnTo>
                  <a:pt x="117182" y="129717"/>
                </a:lnTo>
                <a:lnTo>
                  <a:pt x="117182" y="146951"/>
                </a:lnTo>
                <a:lnTo>
                  <a:pt x="124218" y="153987"/>
                </a:lnTo>
                <a:lnTo>
                  <a:pt x="141503" y="153987"/>
                </a:lnTo>
                <a:lnTo>
                  <a:pt x="148488" y="146951"/>
                </a:lnTo>
                <a:lnTo>
                  <a:pt x="148488" y="145135"/>
                </a:lnTo>
                <a:lnTo>
                  <a:pt x="148488" y="137807"/>
                </a:lnTo>
                <a:lnTo>
                  <a:pt x="148386" y="135229"/>
                </a:lnTo>
                <a:lnTo>
                  <a:pt x="147815" y="133070"/>
                </a:lnTo>
                <a:lnTo>
                  <a:pt x="147713" y="132880"/>
                </a:lnTo>
                <a:lnTo>
                  <a:pt x="146951" y="131533"/>
                </a:lnTo>
                <a:lnTo>
                  <a:pt x="146583" y="130873"/>
                </a:lnTo>
                <a:lnTo>
                  <a:pt x="152844" y="124599"/>
                </a:lnTo>
                <a:lnTo>
                  <a:pt x="183718" y="93726"/>
                </a:lnTo>
                <a:lnTo>
                  <a:pt x="190093" y="102222"/>
                </a:lnTo>
                <a:lnTo>
                  <a:pt x="195084" y="111683"/>
                </a:lnTo>
                <a:lnTo>
                  <a:pt x="198551" y="121958"/>
                </a:lnTo>
                <a:lnTo>
                  <a:pt x="198666" y="122682"/>
                </a:lnTo>
                <a:lnTo>
                  <a:pt x="198780" y="123405"/>
                </a:lnTo>
                <a:lnTo>
                  <a:pt x="200329" y="132880"/>
                </a:lnTo>
                <a:lnTo>
                  <a:pt x="180848" y="132880"/>
                </a:lnTo>
                <a:lnTo>
                  <a:pt x="180848" y="141693"/>
                </a:lnTo>
                <a:lnTo>
                  <a:pt x="200482" y="141693"/>
                </a:lnTo>
                <a:lnTo>
                  <a:pt x="200482" y="103073"/>
                </a:lnTo>
                <a:lnTo>
                  <a:pt x="197421" y="97282"/>
                </a:lnTo>
                <a:lnTo>
                  <a:pt x="194741" y="93726"/>
                </a:lnTo>
                <a:lnTo>
                  <a:pt x="189992" y="87452"/>
                </a:lnTo>
                <a:lnTo>
                  <a:pt x="196215" y="81229"/>
                </a:lnTo>
                <a:lnTo>
                  <a:pt x="212585" y="64858"/>
                </a:lnTo>
                <a:lnTo>
                  <a:pt x="232740" y="64858"/>
                </a:lnTo>
                <a:lnTo>
                  <a:pt x="254596" y="114630"/>
                </a:lnTo>
                <a:lnTo>
                  <a:pt x="256730" y="132880"/>
                </a:lnTo>
                <a:lnTo>
                  <a:pt x="256730" y="91147"/>
                </a:lnTo>
                <a:lnTo>
                  <a:pt x="252488" y="80416"/>
                </a:lnTo>
                <a:lnTo>
                  <a:pt x="243420" y="64858"/>
                </a:lnTo>
                <a:lnTo>
                  <a:pt x="243319" y="64681"/>
                </a:lnTo>
                <a:lnTo>
                  <a:pt x="242417" y="63131"/>
                </a:lnTo>
                <a:lnTo>
                  <a:pt x="249542" y="56007"/>
                </a:lnTo>
                <a:lnTo>
                  <a:pt x="263144" y="42405"/>
                </a:lnTo>
                <a:lnTo>
                  <a:pt x="271945" y="33604"/>
                </a:lnTo>
                <a:close/>
              </a:path>
            </a:pathLst>
          </a:custGeom>
          <a:solidFill>
            <a:srgbClr val="14397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04DC6F98-EA8C-2FC5-6593-2C06FBCA1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5687" y="2850205"/>
            <a:ext cx="1950889" cy="1694835"/>
          </a:xfrm>
          <a:prstGeom prst="rect">
            <a:avLst/>
          </a:prstGeom>
        </p:spPr>
      </p:pic>
      <p:sp>
        <p:nvSpPr>
          <p:cNvPr id="26" name="object 22">
            <a:extLst>
              <a:ext uri="{FF2B5EF4-FFF2-40B4-BE49-F238E27FC236}">
                <a16:creationId xmlns:a16="http://schemas.microsoft.com/office/drawing/2014/main" id="{DECFE5FB-A04C-8EB3-F6AE-06C931C3B6E1}"/>
              </a:ext>
            </a:extLst>
          </p:cNvPr>
          <p:cNvSpPr txBox="1"/>
          <p:nvPr/>
        </p:nvSpPr>
        <p:spPr>
          <a:xfrm>
            <a:off x="6366126" y="3502912"/>
            <a:ext cx="1350010" cy="573233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R="14604" algn="ctr">
              <a:lnSpc>
                <a:spcPct val="100000"/>
              </a:lnSpc>
              <a:spcBef>
                <a:spcPts val="509"/>
              </a:spcBef>
            </a:pPr>
            <a:r>
              <a:rPr lang="es-CO" sz="1100" b="1" spc="-20" dirty="0">
                <a:solidFill>
                  <a:srgbClr val="143978"/>
                </a:solidFill>
                <a:latin typeface="Arial"/>
                <a:cs typeface="Arial"/>
              </a:rPr>
              <a:t>• Fomento de la innovación en el sector turístico.</a:t>
            </a:r>
            <a:endParaRPr sz="900" dirty="0">
              <a:latin typeface="Trebuchet MS"/>
              <a:cs typeface="Trebuchet MS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5A026A91-E284-417A-0257-BF2C229F0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380" y="2999759"/>
            <a:ext cx="347502" cy="353599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17CE56E9-8135-5D3C-7858-F4F0CBC386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593" y="4096945"/>
            <a:ext cx="902286" cy="896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096125" cy="4410075"/>
          </a:xfrm>
          <a:custGeom>
            <a:avLst/>
            <a:gdLst/>
            <a:ahLst/>
            <a:cxnLst/>
            <a:rect l="l" t="t" r="r" b="b"/>
            <a:pathLst>
              <a:path w="7096125" h="4410075">
                <a:moveTo>
                  <a:pt x="7096124" y="0"/>
                </a:moveTo>
                <a:lnTo>
                  <a:pt x="6405562" y="2238374"/>
                </a:lnTo>
                <a:lnTo>
                  <a:pt x="5376862" y="2505074"/>
                </a:lnTo>
                <a:lnTo>
                  <a:pt x="3871912" y="4410074"/>
                </a:lnTo>
                <a:lnTo>
                  <a:pt x="0" y="4137831"/>
                </a:lnTo>
              </a:path>
            </a:pathLst>
          </a:custGeom>
          <a:ln w="1904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6423" y="1906244"/>
            <a:ext cx="4648200" cy="2813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s-CO" sz="1300" b="1" spc="-80" dirty="0">
                <a:solidFill>
                  <a:srgbClr val="143978"/>
                </a:solidFill>
                <a:latin typeface="Arial"/>
                <a:cs typeface="Arial"/>
              </a:rPr>
              <a:t>Visita Nuestra Página Web</a:t>
            </a:r>
          </a:p>
          <a:p>
            <a:pPr algn="ctr"/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http://www.elojimjadach.org/</a:t>
            </a: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CO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CO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r>
              <a:rPr lang="en-US" sz="1300" b="1" spc="-80" dirty="0" err="1">
                <a:solidFill>
                  <a:srgbClr val="143978"/>
                </a:solidFill>
                <a:latin typeface="Arial"/>
                <a:cs typeface="Arial"/>
              </a:rPr>
              <a:t>Contactos</a:t>
            </a:r>
            <a:endParaRPr lang="en-US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elojim@elojimjadach.org</a:t>
            </a:r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</a:rPr>
              <a:t> - </a:t>
            </a:r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elojim.jadach@gmail.com</a:t>
            </a: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n-US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r>
              <a:rPr lang="es-CO" sz="1300" b="1" spc="-80" dirty="0">
                <a:solidFill>
                  <a:srgbClr val="143978"/>
                </a:solidFill>
                <a:latin typeface="Arial"/>
                <a:cs typeface="Arial"/>
              </a:rPr>
              <a:t>¡El Futuro Te Espera !    </a:t>
            </a:r>
          </a:p>
          <a:p>
            <a:pPr algn="ctr"/>
            <a:r>
              <a:rPr lang="es-CO" sz="1300" b="1" spc="-80" dirty="0">
                <a:solidFill>
                  <a:srgbClr val="143978"/>
                </a:solidFill>
                <a:latin typeface="Arial"/>
                <a:cs typeface="Arial"/>
              </a:rPr>
              <a:t>No pierdas la oportunidad de crecer y aprender.</a:t>
            </a:r>
            <a:endParaRPr lang="en-US" sz="1300" b="1" spc="-80" dirty="0">
              <a:solidFill>
                <a:srgbClr val="143978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8600" y="710464"/>
            <a:ext cx="4876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3200" b="1" spc="-20" dirty="0">
                <a:solidFill>
                  <a:srgbClr val="143978"/>
                </a:solidFill>
                <a:latin typeface="Arial"/>
                <a:cs typeface="Arial"/>
              </a:rPr>
              <a:t>¡Participa Hoy Mismo</a:t>
            </a:r>
            <a:r>
              <a:rPr sz="3200" b="1" spc="-20" dirty="0">
                <a:solidFill>
                  <a:srgbClr val="143978"/>
                </a:solidFill>
                <a:latin typeface="Arial"/>
                <a:cs typeface="Arial"/>
              </a:rPr>
              <a:t>!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2B08869-E18C-7D02-0B43-43F74CDB0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68199"/>
            <a:ext cx="902286" cy="8961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588A4F8-D5B3-F873-0DAF-E607083EA99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000" t="29249" r="25833" b="29250"/>
          <a:stretch/>
        </p:blipFill>
        <p:spPr>
          <a:xfrm>
            <a:off x="5101046" y="1427956"/>
            <a:ext cx="3339327" cy="322417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331</Words>
  <Application>Microsoft Office PowerPoint</Application>
  <PresentationFormat>Presentación en pantalla (16:9)</PresentationFormat>
  <Paragraphs>54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Arial</vt:lpstr>
      <vt:lpstr>Arial MT</vt:lpstr>
      <vt:lpstr>Tahoma</vt:lpstr>
      <vt:lpstr>Trebuchet MS</vt:lpstr>
      <vt:lpstr>Office Theme</vt:lpstr>
      <vt:lpstr>ECONOMIA PLATEADA: Impulsando Iniciativas Turísticas a Través de la Inclusión  </vt:lpstr>
      <vt:lpstr>El Papel de las Personas Mayores en el Turismo</vt:lpstr>
      <vt:lpstr>Iniciativas de Turismo Rural </vt:lpstr>
      <vt:lpstr>Gastronomía Autóctona</vt:lpstr>
      <vt:lpstr>Presentación de PowerPoint</vt:lpstr>
      <vt:lpstr>Beneficios de la Inclusión</vt:lpstr>
      <vt:lpstr>Presentación de PowerPoint</vt:lpstr>
      <vt:lpstr>¡Participa Hoy Mismo!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Copia de Networking Newsletter Dark Blue variant</dc:title>
  <dc:creator>Administrator</dc:creator>
  <cp:lastModifiedBy>Jesús Forero</cp:lastModifiedBy>
  <cp:revision>7</cp:revision>
  <dcterms:created xsi:type="dcterms:W3CDTF">2025-05-14T04:31:22Z</dcterms:created>
  <dcterms:modified xsi:type="dcterms:W3CDTF">2026-01-24T03:19:04Z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2025-05-14T00:00:00Z</vt:filetime>
  </property>
</Properties>
</file>